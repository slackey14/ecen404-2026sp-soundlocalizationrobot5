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6"/>
  </p:notesMasterIdLst>
  <p:sldIdLst>
    <p:sldId id="258" r:id="rId5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0001"/>
    <a:srgbClr val="5D0025"/>
    <a:srgbClr val="D5E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D061CB-0173-7B8E-CBA3-15FC2FAF2104}" v="9" dt="2026-04-19T19:04:42.659"/>
    <p1510:client id="{4C521096-9D97-4DA6-9B82-CC017C6A27B1}" v="302" dt="2026-04-19T22:30:50.725"/>
    <p1510:client id="{87C6C3CF-3733-4EBE-A0E7-92190F3081ED}" v="3" dt="2026-04-20T17:37:45.449"/>
    <p1510:client id="{B100FD0A-D6C9-4420-B618-04E7B60EA886}" v="2829" dt="2026-04-20T14:28:36.810"/>
    <p1510:client id="{FD405891-F641-4A58-9369-4A95E4DE3885}" v="146" dt="2026-04-20T14:24:37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3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sumarthi, Sanjana" userId="462f8b49-69eb-4fd5-9b02-f1c12ce8e0dc" providerId="ADAL" clId="{9FEA7D9B-C9E4-420F-A093-73A93C953931}"/>
    <pc:docChg chg="undo custSel modSld">
      <pc:chgData name="Pasumarthi, Sanjana" userId="462f8b49-69eb-4fd5-9b02-f1c12ce8e0dc" providerId="ADAL" clId="{9FEA7D9B-C9E4-420F-A093-73A93C953931}" dt="2026-04-20T14:28:36.810" v="2989" actId="2085"/>
      <pc:docMkLst>
        <pc:docMk/>
      </pc:docMkLst>
      <pc:sldChg chg="addSp delSp modSp mod">
        <pc:chgData name="Pasumarthi, Sanjana" userId="462f8b49-69eb-4fd5-9b02-f1c12ce8e0dc" providerId="ADAL" clId="{9FEA7D9B-C9E4-420F-A093-73A93C953931}" dt="2026-04-20T14:28:36.810" v="2989" actId="2085"/>
        <pc:sldMkLst>
          <pc:docMk/>
          <pc:sldMk cId="0" sldId="258"/>
        </pc:sldMkLst>
        <pc:spChg chg="add mod">
          <ac:chgData name="Pasumarthi, Sanjana" userId="462f8b49-69eb-4fd5-9b02-f1c12ce8e0dc" providerId="ADAL" clId="{9FEA7D9B-C9E4-420F-A093-73A93C953931}" dt="2026-04-19T17:43:03.329" v="1182" actId="20577"/>
          <ac:spMkLst>
            <pc:docMk/>
            <pc:sldMk cId="0" sldId="258"/>
            <ac:spMk id="3" creationId="{4D9142AF-E6BA-169E-5480-11CA358E2B80}"/>
          </ac:spMkLst>
        </pc:spChg>
        <pc:spChg chg="add mod">
          <ac:chgData name="Pasumarthi, Sanjana" userId="462f8b49-69eb-4fd5-9b02-f1c12ce8e0dc" providerId="ADAL" clId="{9FEA7D9B-C9E4-420F-A093-73A93C953931}" dt="2026-04-19T18:08:14.558" v="1787" actId="20577"/>
          <ac:spMkLst>
            <pc:docMk/>
            <pc:sldMk cId="0" sldId="258"/>
            <ac:spMk id="5" creationId="{32B67FCD-C9DC-EB5F-0275-2901BA86FE69}"/>
          </ac:spMkLst>
        </pc:spChg>
        <pc:spChg chg="add mod">
          <ac:chgData name="Pasumarthi, Sanjana" userId="462f8b49-69eb-4fd5-9b02-f1c12ce8e0dc" providerId="ADAL" clId="{9FEA7D9B-C9E4-420F-A093-73A93C953931}" dt="2026-04-19T17:43:07.979" v="1183" actId="1076"/>
          <ac:spMkLst>
            <pc:docMk/>
            <pc:sldMk cId="0" sldId="258"/>
            <ac:spMk id="7" creationId="{0FD034D1-EA1A-8C46-9BF4-BDEFD513C119}"/>
          </ac:spMkLst>
        </pc:spChg>
        <pc:spChg chg="add mod">
          <ac:chgData name="Pasumarthi, Sanjana" userId="462f8b49-69eb-4fd5-9b02-f1c12ce8e0dc" providerId="ADAL" clId="{9FEA7D9B-C9E4-420F-A093-73A93C953931}" dt="2026-04-19T17:40:52.590" v="1170" actId="14100"/>
          <ac:spMkLst>
            <pc:docMk/>
            <pc:sldMk cId="0" sldId="258"/>
            <ac:spMk id="9" creationId="{396E6B54-41BF-5D6B-7D21-1D8E6B2CF7EE}"/>
          </ac:spMkLst>
        </pc:spChg>
        <pc:spChg chg="del mod topLvl">
          <ac:chgData name="Pasumarthi, Sanjana" userId="462f8b49-69eb-4fd5-9b02-f1c12ce8e0dc" providerId="ADAL" clId="{9FEA7D9B-C9E4-420F-A093-73A93C953931}" dt="2026-04-19T18:02:57.572" v="1723" actId="478"/>
          <ac:spMkLst>
            <pc:docMk/>
            <pc:sldMk cId="0" sldId="258"/>
            <ac:spMk id="11" creationId="{1377C9AE-3331-251D-5D4F-769B482C7326}"/>
          </ac:spMkLst>
        </pc:spChg>
        <pc:spChg chg="mod">
          <ac:chgData name="Pasumarthi, Sanjana" userId="462f8b49-69eb-4fd5-9b02-f1c12ce8e0dc" providerId="ADAL" clId="{9FEA7D9B-C9E4-420F-A093-73A93C953931}" dt="2026-04-19T18:17:31.472" v="2405" actId="1076"/>
          <ac:spMkLst>
            <pc:docMk/>
            <pc:sldMk cId="0" sldId="258"/>
            <ac:spMk id="13" creationId="{40F8234C-058E-ADF9-7C6E-95C3CE15C371}"/>
          </ac:spMkLst>
        </pc:spChg>
        <pc:spChg chg="mod">
          <ac:chgData name="Pasumarthi, Sanjana" userId="462f8b49-69eb-4fd5-9b02-f1c12ce8e0dc" providerId="ADAL" clId="{9FEA7D9B-C9E4-420F-A093-73A93C953931}" dt="2026-04-19T17:18:56.260" v="549" actId="165"/>
          <ac:spMkLst>
            <pc:docMk/>
            <pc:sldMk cId="0" sldId="258"/>
            <ac:spMk id="15" creationId="{A65539B2-C33B-2017-5436-140AC4ECCDDB}"/>
          </ac:spMkLst>
        </pc:spChg>
        <pc:spChg chg="mod">
          <ac:chgData name="Pasumarthi, Sanjana" userId="462f8b49-69eb-4fd5-9b02-f1c12ce8e0dc" providerId="ADAL" clId="{9FEA7D9B-C9E4-420F-A093-73A93C953931}" dt="2026-04-19T17:18:56.260" v="549" actId="165"/>
          <ac:spMkLst>
            <pc:docMk/>
            <pc:sldMk cId="0" sldId="258"/>
            <ac:spMk id="17" creationId="{EC698EEF-533A-6FCF-8975-C77913310901}"/>
          </ac:spMkLst>
        </pc:spChg>
        <pc:spChg chg="add del mod">
          <ac:chgData name="Pasumarthi, Sanjana" userId="462f8b49-69eb-4fd5-9b02-f1c12ce8e0dc" providerId="ADAL" clId="{9FEA7D9B-C9E4-420F-A093-73A93C953931}" dt="2026-04-20T14:23:40.551" v="2825" actId="478"/>
          <ac:spMkLst>
            <pc:docMk/>
            <pc:sldMk cId="0" sldId="258"/>
            <ac:spMk id="19" creationId="{5754DEE6-86A4-EF1F-8DDF-0378C7D30E1A}"/>
          </ac:spMkLst>
        </pc:spChg>
        <pc:spChg chg="add mod">
          <ac:chgData name="Pasumarthi, Sanjana" userId="462f8b49-69eb-4fd5-9b02-f1c12ce8e0dc" providerId="ADAL" clId="{9FEA7D9B-C9E4-420F-A093-73A93C953931}" dt="2026-04-20T14:25:53.831" v="2963" actId="1076"/>
          <ac:spMkLst>
            <pc:docMk/>
            <pc:sldMk cId="0" sldId="258"/>
            <ac:spMk id="20" creationId="{6AA4EACB-3C9E-0D74-5498-1B71EBC4F229}"/>
          </ac:spMkLst>
        </pc:spChg>
        <pc:spChg chg="add del mod">
          <ac:chgData name="Pasumarthi, Sanjana" userId="462f8b49-69eb-4fd5-9b02-f1c12ce8e0dc" providerId="ADAL" clId="{9FEA7D9B-C9E4-420F-A093-73A93C953931}" dt="2026-04-20T14:26:33.504" v="2966" actId="478"/>
          <ac:spMkLst>
            <pc:docMk/>
            <pc:sldMk cId="0" sldId="258"/>
            <ac:spMk id="21" creationId="{1B627A32-D3B8-D814-DB30-B675AD6390A6}"/>
          </ac:spMkLst>
        </pc:spChg>
        <pc:spChg chg="add mod">
          <ac:chgData name="Pasumarthi, Sanjana" userId="462f8b49-69eb-4fd5-9b02-f1c12ce8e0dc" providerId="ADAL" clId="{9FEA7D9B-C9E4-420F-A093-73A93C953931}" dt="2026-04-20T14:28:33.500" v="2987" actId="2085"/>
          <ac:spMkLst>
            <pc:docMk/>
            <pc:sldMk cId="0" sldId="258"/>
            <ac:spMk id="22" creationId="{66C02055-B36A-A53D-4FAA-F3B125BC34BD}"/>
          </ac:spMkLst>
        </pc:spChg>
        <pc:spChg chg="del mod">
          <ac:chgData name="Pasumarthi, Sanjana" userId="462f8b49-69eb-4fd5-9b02-f1c12ce8e0dc" providerId="ADAL" clId="{9FEA7D9B-C9E4-420F-A093-73A93C953931}" dt="2026-04-19T17:20:23.652" v="564" actId="478"/>
          <ac:spMkLst>
            <pc:docMk/>
            <pc:sldMk cId="0" sldId="258"/>
            <ac:spMk id="22" creationId="{DD812565-FC40-AD3C-7FB2-D4109AD439C2}"/>
          </ac:spMkLst>
        </pc:spChg>
        <pc:spChg chg="mod">
          <ac:chgData name="Pasumarthi, Sanjana" userId="462f8b49-69eb-4fd5-9b02-f1c12ce8e0dc" providerId="ADAL" clId="{9FEA7D9B-C9E4-420F-A093-73A93C953931}" dt="2026-04-19T17:44:33.825" v="1232" actId="1076"/>
          <ac:spMkLst>
            <pc:docMk/>
            <pc:sldMk cId="0" sldId="258"/>
            <ac:spMk id="24" creationId="{DB9D976D-8DB5-0D9F-4EE4-B53E9BCD72C2}"/>
          </ac:spMkLst>
        </pc:spChg>
        <pc:spChg chg="del mod">
          <ac:chgData name="Pasumarthi, Sanjana" userId="462f8b49-69eb-4fd5-9b02-f1c12ce8e0dc" providerId="ADAL" clId="{9FEA7D9B-C9E4-420F-A093-73A93C953931}" dt="2026-04-19T17:43:46.210" v="1194" actId="478"/>
          <ac:spMkLst>
            <pc:docMk/>
            <pc:sldMk cId="0" sldId="258"/>
            <ac:spMk id="25" creationId="{7D011AFF-B780-25D7-AAB9-8ECEB2BB6972}"/>
          </ac:spMkLst>
        </pc:spChg>
        <pc:spChg chg="add del mod">
          <ac:chgData name="Pasumarthi, Sanjana" userId="462f8b49-69eb-4fd5-9b02-f1c12ce8e0dc" providerId="ADAL" clId="{9FEA7D9B-C9E4-420F-A093-73A93C953931}" dt="2026-04-20T14:27:35.694" v="2978" actId="478"/>
          <ac:spMkLst>
            <pc:docMk/>
            <pc:sldMk cId="0" sldId="258"/>
            <ac:spMk id="25" creationId="{E9BDCB55-666C-540A-A664-0B6EA38F3278}"/>
          </ac:spMkLst>
        </pc:spChg>
        <pc:spChg chg="add mod">
          <ac:chgData name="Pasumarthi, Sanjana" userId="462f8b49-69eb-4fd5-9b02-f1c12ce8e0dc" providerId="ADAL" clId="{9FEA7D9B-C9E4-420F-A093-73A93C953931}" dt="2026-04-20T14:28:36.810" v="2989" actId="2085"/>
          <ac:spMkLst>
            <pc:docMk/>
            <pc:sldMk cId="0" sldId="258"/>
            <ac:spMk id="26" creationId="{0EE63BAA-8689-C336-43A5-8514DF26C086}"/>
          </ac:spMkLst>
        </pc:spChg>
        <pc:spChg chg="del mod">
          <ac:chgData name="Pasumarthi, Sanjana" userId="462f8b49-69eb-4fd5-9b02-f1c12ce8e0dc" providerId="ADAL" clId="{9FEA7D9B-C9E4-420F-A093-73A93C953931}" dt="2026-04-19T17:17:03.790" v="506" actId="478"/>
          <ac:spMkLst>
            <pc:docMk/>
            <pc:sldMk cId="0" sldId="258"/>
            <ac:spMk id="26" creationId="{6186A752-6300-AE4C-E2EC-ACA3BF027925}"/>
          </ac:spMkLst>
        </pc:spChg>
        <pc:spChg chg="mod">
          <ac:chgData name="Pasumarthi, Sanjana" userId="462f8b49-69eb-4fd5-9b02-f1c12ce8e0dc" providerId="ADAL" clId="{9FEA7D9B-C9E4-420F-A093-73A93C953931}" dt="2026-04-19T17:53:20.169" v="1317" actId="1076"/>
          <ac:spMkLst>
            <pc:docMk/>
            <pc:sldMk cId="0" sldId="258"/>
            <ac:spMk id="28" creationId="{5CF97230-9F52-7F3D-1D8A-DAF62BF37F11}"/>
          </ac:spMkLst>
        </pc:spChg>
        <pc:spChg chg="add mod">
          <ac:chgData name="Pasumarthi, Sanjana" userId="462f8b49-69eb-4fd5-9b02-f1c12ce8e0dc" providerId="ADAL" clId="{9FEA7D9B-C9E4-420F-A093-73A93C953931}" dt="2026-04-19T17:41:45.428" v="1178" actId="1076"/>
          <ac:spMkLst>
            <pc:docMk/>
            <pc:sldMk cId="0" sldId="258"/>
            <ac:spMk id="30" creationId="{C2EFEB40-4EA6-E6BF-01E8-B4C7DCB15CD5}"/>
          </ac:spMkLst>
        </pc:spChg>
        <pc:spChg chg="add mod">
          <ac:chgData name="Pasumarthi, Sanjana" userId="462f8b49-69eb-4fd5-9b02-f1c12ce8e0dc" providerId="ADAL" clId="{9FEA7D9B-C9E4-420F-A093-73A93C953931}" dt="2026-04-19T17:40:57.040" v="1171" actId="1076"/>
          <ac:spMkLst>
            <pc:docMk/>
            <pc:sldMk cId="0" sldId="258"/>
            <ac:spMk id="31" creationId="{609E9E29-5328-AE2B-2D61-140BA8F8DCC1}"/>
          </ac:spMkLst>
        </pc:spChg>
        <pc:spChg chg="add mod">
          <ac:chgData name="Pasumarthi, Sanjana" userId="462f8b49-69eb-4fd5-9b02-f1c12ce8e0dc" providerId="ADAL" clId="{9FEA7D9B-C9E4-420F-A093-73A93C953931}" dt="2026-04-19T17:27:17.015" v="711" actId="1582"/>
          <ac:spMkLst>
            <pc:docMk/>
            <pc:sldMk cId="0" sldId="258"/>
            <ac:spMk id="34" creationId="{A5EFAC2A-3584-F516-0864-04D119BAB74B}"/>
          </ac:spMkLst>
        </pc:spChg>
        <pc:spChg chg="add mod">
          <ac:chgData name="Pasumarthi, Sanjana" userId="462f8b49-69eb-4fd5-9b02-f1c12ce8e0dc" providerId="ADAL" clId="{9FEA7D9B-C9E4-420F-A093-73A93C953931}" dt="2026-04-19T17:27:44.533" v="716" actId="20577"/>
          <ac:spMkLst>
            <pc:docMk/>
            <pc:sldMk cId="0" sldId="258"/>
            <ac:spMk id="35" creationId="{45137935-75B3-4CD8-1E9E-8FDE6F120E4F}"/>
          </ac:spMkLst>
        </pc:spChg>
        <pc:spChg chg="add mod">
          <ac:chgData name="Pasumarthi, Sanjana" userId="462f8b49-69eb-4fd5-9b02-f1c12ce8e0dc" providerId="ADAL" clId="{9FEA7D9B-C9E4-420F-A093-73A93C953931}" dt="2026-04-19T17:28:07.135" v="721" actId="1076"/>
          <ac:spMkLst>
            <pc:docMk/>
            <pc:sldMk cId="0" sldId="258"/>
            <ac:spMk id="36" creationId="{14654DE2-0743-0CE7-EEAB-74D5901330C7}"/>
          </ac:spMkLst>
        </pc:spChg>
        <pc:spChg chg="add mod">
          <ac:chgData name="Pasumarthi, Sanjana" userId="462f8b49-69eb-4fd5-9b02-f1c12ce8e0dc" providerId="ADAL" clId="{9FEA7D9B-C9E4-420F-A093-73A93C953931}" dt="2026-04-19T17:31:25.770" v="884" actId="20577"/>
          <ac:spMkLst>
            <pc:docMk/>
            <pc:sldMk cId="0" sldId="258"/>
            <ac:spMk id="37" creationId="{5C75503B-7DFB-F3E7-08ED-CEAFC6CC39CF}"/>
          </ac:spMkLst>
        </pc:spChg>
        <pc:spChg chg="add mod">
          <ac:chgData name="Pasumarthi, Sanjana" userId="462f8b49-69eb-4fd5-9b02-f1c12ce8e0dc" providerId="ADAL" clId="{9FEA7D9B-C9E4-420F-A093-73A93C953931}" dt="2026-04-19T17:31:28.077" v="886" actId="20577"/>
          <ac:spMkLst>
            <pc:docMk/>
            <pc:sldMk cId="0" sldId="258"/>
            <ac:spMk id="38" creationId="{0B81E466-9623-E539-50BA-7F3CDDFA38DE}"/>
          </ac:spMkLst>
        </pc:spChg>
        <pc:spChg chg="add mod">
          <ac:chgData name="Pasumarthi, Sanjana" userId="462f8b49-69eb-4fd5-9b02-f1c12ce8e0dc" providerId="ADAL" clId="{9FEA7D9B-C9E4-420F-A093-73A93C953931}" dt="2026-04-19T17:31:31.611" v="888" actId="20577"/>
          <ac:spMkLst>
            <pc:docMk/>
            <pc:sldMk cId="0" sldId="258"/>
            <ac:spMk id="39" creationId="{89078CBD-A924-8313-0829-1AA2CE028DD2}"/>
          </ac:spMkLst>
        </pc:spChg>
        <pc:spChg chg="add mod">
          <ac:chgData name="Pasumarthi, Sanjana" userId="462f8b49-69eb-4fd5-9b02-f1c12ce8e0dc" providerId="ADAL" clId="{9FEA7D9B-C9E4-420F-A093-73A93C953931}" dt="2026-04-19T17:29:38.797" v="744" actId="20577"/>
          <ac:spMkLst>
            <pc:docMk/>
            <pc:sldMk cId="0" sldId="258"/>
            <ac:spMk id="40" creationId="{142DD661-8C05-C1DE-D57A-25A026AC38ED}"/>
          </ac:spMkLst>
        </pc:spChg>
        <pc:spChg chg="add mod">
          <ac:chgData name="Pasumarthi, Sanjana" userId="462f8b49-69eb-4fd5-9b02-f1c12ce8e0dc" providerId="ADAL" clId="{9FEA7D9B-C9E4-420F-A093-73A93C953931}" dt="2026-04-19T17:29:41.292" v="746" actId="20577"/>
          <ac:spMkLst>
            <pc:docMk/>
            <pc:sldMk cId="0" sldId="258"/>
            <ac:spMk id="41" creationId="{9EF2A190-2BFB-B62A-B6D2-938725660C56}"/>
          </ac:spMkLst>
        </pc:spChg>
        <pc:spChg chg="add del mod">
          <ac:chgData name="Pasumarthi, Sanjana" userId="462f8b49-69eb-4fd5-9b02-f1c12ce8e0dc" providerId="ADAL" clId="{9FEA7D9B-C9E4-420F-A093-73A93C953931}" dt="2026-04-19T17:31:34.866" v="889" actId="478"/>
          <ac:spMkLst>
            <pc:docMk/>
            <pc:sldMk cId="0" sldId="258"/>
            <ac:spMk id="42" creationId="{695DF700-1D4D-95C6-5419-A9E44C4019C6}"/>
          </ac:spMkLst>
        </pc:spChg>
        <pc:spChg chg="add del mod">
          <ac:chgData name="Pasumarthi, Sanjana" userId="462f8b49-69eb-4fd5-9b02-f1c12ce8e0dc" providerId="ADAL" clId="{9FEA7D9B-C9E4-420F-A093-73A93C953931}" dt="2026-04-19T17:43:48.739" v="1195" actId="478"/>
          <ac:spMkLst>
            <pc:docMk/>
            <pc:sldMk cId="0" sldId="258"/>
            <ac:spMk id="44" creationId="{A5A37FDC-F744-51F8-B3FB-958F52BB25B7}"/>
          </ac:spMkLst>
        </pc:spChg>
        <pc:spChg chg="add mod">
          <ac:chgData name="Pasumarthi, Sanjana" userId="462f8b49-69eb-4fd5-9b02-f1c12ce8e0dc" providerId="ADAL" clId="{9FEA7D9B-C9E4-420F-A093-73A93C953931}" dt="2026-04-19T17:44:21.800" v="1229" actId="20577"/>
          <ac:spMkLst>
            <pc:docMk/>
            <pc:sldMk cId="0" sldId="258"/>
            <ac:spMk id="45" creationId="{72168631-FB00-F043-77A0-3311A46BC67D}"/>
          </ac:spMkLst>
        </pc:spChg>
        <pc:spChg chg="add mod">
          <ac:chgData name="Pasumarthi, Sanjana" userId="462f8b49-69eb-4fd5-9b02-f1c12ce8e0dc" providerId="ADAL" clId="{9FEA7D9B-C9E4-420F-A093-73A93C953931}" dt="2026-04-19T17:47:44.134" v="1277" actId="255"/>
          <ac:spMkLst>
            <pc:docMk/>
            <pc:sldMk cId="0" sldId="258"/>
            <ac:spMk id="46" creationId="{B5885DA0-7B3F-28DF-CB83-DCFE6937B1F5}"/>
          </ac:spMkLst>
        </pc:spChg>
        <pc:spChg chg="add del mod">
          <ac:chgData name="Pasumarthi, Sanjana" userId="462f8b49-69eb-4fd5-9b02-f1c12ce8e0dc" providerId="ADAL" clId="{9FEA7D9B-C9E4-420F-A093-73A93C953931}" dt="2026-04-19T17:47:52.886" v="1278" actId="478"/>
          <ac:spMkLst>
            <pc:docMk/>
            <pc:sldMk cId="0" sldId="258"/>
            <ac:spMk id="47" creationId="{030D53DF-F271-7A06-EE76-1A3F4A34884E}"/>
          </ac:spMkLst>
        </pc:spChg>
        <pc:spChg chg="add del mod">
          <ac:chgData name="Pasumarthi, Sanjana" userId="462f8b49-69eb-4fd5-9b02-f1c12ce8e0dc" providerId="ADAL" clId="{9FEA7D9B-C9E4-420F-A093-73A93C953931}" dt="2026-04-19T17:46:36.249" v="1252"/>
          <ac:spMkLst>
            <pc:docMk/>
            <pc:sldMk cId="0" sldId="258"/>
            <ac:spMk id="48" creationId="{A3DB5919-4521-B67D-413C-359AC1BBDEF2}"/>
          </ac:spMkLst>
        </pc:spChg>
        <pc:spChg chg="add mod">
          <ac:chgData name="Pasumarthi, Sanjana" userId="462f8b49-69eb-4fd5-9b02-f1c12ce8e0dc" providerId="ADAL" clId="{9FEA7D9B-C9E4-420F-A093-73A93C953931}" dt="2026-04-19T17:48:21.882" v="1288" actId="255"/>
          <ac:spMkLst>
            <pc:docMk/>
            <pc:sldMk cId="0" sldId="258"/>
            <ac:spMk id="49" creationId="{D0CDF724-B71D-03DA-EBBB-26BA147189DD}"/>
          </ac:spMkLst>
        </pc:spChg>
        <pc:spChg chg="add del">
          <ac:chgData name="Pasumarthi, Sanjana" userId="462f8b49-69eb-4fd5-9b02-f1c12ce8e0dc" providerId="ADAL" clId="{9FEA7D9B-C9E4-420F-A093-73A93C953931}" dt="2026-04-19T17:49:00.210" v="1291" actId="478"/>
          <ac:spMkLst>
            <pc:docMk/>
            <pc:sldMk cId="0" sldId="258"/>
            <ac:spMk id="50" creationId="{041570EE-961F-960F-A086-BA1A762D9752}"/>
          </ac:spMkLst>
        </pc:spChg>
        <pc:spChg chg="add del mod">
          <ac:chgData name="Pasumarthi, Sanjana" userId="462f8b49-69eb-4fd5-9b02-f1c12ce8e0dc" providerId="ADAL" clId="{9FEA7D9B-C9E4-420F-A093-73A93C953931}" dt="2026-04-19T17:49:52.522" v="1294" actId="478"/>
          <ac:spMkLst>
            <pc:docMk/>
            <pc:sldMk cId="0" sldId="258"/>
            <ac:spMk id="51" creationId="{241A48EC-B948-7CC4-72E5-F95814AFC841}"/>
          </ac:spMkLst>
        </pc:spChg>
        <pc:spChg chg="add del mod">
          <ac:chgData name="Pasumarthi, Sanjana" userId="462f8b49-69eb-4fd5-9b02-f1c12ce8e0dc" providerId="ADAL" clId="{9FEA7D9B-C9E4-420F-A093-73A93C953931}" dt="2026-04-19T17:50:32.229" v="1298" actId="11529"/>
          <ac:spMkLst>
            <pc:docMk/>
            <pc:sldMk cId="0" sldId="258"/>
            <ac:spMk id="52" creationId="{7B0BD5C0-5374-B85A-F074-81A6C7B8BB61}"/>
          </ac:spMkLst>
        </pc:spChg>
        <pc:spChg chg="add del">
          <ac:chgData name="Pasumarthi, Sanjana" userId="462f8b49-69eb-4fd5-9b02-f1c12ce8e0dc" providerId="ADAL" clId="{9FEA7D9B-C9E4-420F-A093-73A93C953931}" dt="2026-04-19T17:51:40.389" v="1302"/>
          <ac:spMkLst>
            <pc:docMk/>
            <pc:sldMk cId="0" sldId="258"/>
            <ac:spMk id="53" creationId="{71FDCE8B-76DF-781A-2555-3DF336392D8D}"/>
          </ac:spMkLst>
        </pc:spChg>
        <pc:spChg chg="add del">
          <ac:chgData name="Pasumarthi, Sanjana" userId="462f8b49-69eb-4fd5-9b02-f1c12ce8e0dc" providerId="ADAL" clId="{9FEA7D9B-C9E4-420F-A093-73A93C953931}" dt="2026-04-19T17:51:40.389" v="1302"/>
          <ac:spMkLst>
            <pc:docMk/>
            <pc:sldMk cId="0" sldId="258"/>
            <ac:spMk id="54" creationId="{A12D9CBA-7CDA-9482-921D-60CDDCF702EC}"/>
          </ac:spMkLst>
        </pc:spChg>
        <pc:spChg chg="del mod">
          <ac:chgData name="Pasumarthi, Sanjana" userId="462f8b49-69eb-4fd5-9b02-f1c12ce8e0dc" providerId="ADAL" clId="{9FEA7D9B-C9E4-420F-A093-73A93C953931}" dt="2026-04-19T17:53:44.729" v="1323" actId="478"/>
          <ac:spMkLst>
            <pc:docMk/>
            <pc:sldMk cId="0" sldId="258"/>
            <ac:spMk id="55" creationId="{1D819093-FD94-9C8F-980F-5B95112B5264}"/>
          </ac:spMkLst>
        </pc:spChg>
        <pc:spChg chg="del mod">
          <ac:chgData name="Pasumarthi, Sanjana" userId="462f8b49-69eb-4fd5-9b02-f1c12ce8e0dc" providerId="ADAL" clId="{9FEA7D9B-C9E4-420F-A093-73A93C953931}" dt="2026-04-19T17:51:48.288" v="1305" actId="478"/>
          <ac:spMkLst>
            <pc:docMk/>
            <pc:sldMk cId="0" sldId="258"/>
            <ac:spMk id="56" creationId="{88C7119C-E4E8-4E6D-6CB6-08F38004F0D0}"/>
          </ac:spMkLst>
        </pc:spChg>
        <pc:spChg chg="del mod">
          <ac:chgData name="Pasumarthi, Sanjana" userId="462f8b49-69eb-4fd5-9b02-f1c12ce8e0dc" providerId="ADAL" clId="{9FEA7D9B-C9E4-420F-A093-73A93C953931}" dt="2026-04-19T17:51:46.416" v="1304" actId="478"/>
          <ac:spMkLst>
            <pc:docMk/>
            <pc:sldMk cId="0" sldId="258"/>
            <ac:spMk id="57" creationId="{50B0DC14-A7BA-3EE5-67E1-05B9FDBD7DB1}"/>
          </ac:spMkLst>
        </pc:spChg>
        <pc:spChg chg="add mod">
          <ac:chgData name="Pasumarthi, Sanjana" userId="462f8b49-69eb-4fd5-9b02-f1c12ce8e0dc" providerId="ADAL" clId="{9FEA7D9B-C9E4-420F-A093-73A93C953931}" dt="2026-04-19T17:56:16.519" v="1420" actId="20577"/>
          <ac:spMkLst>
            <pc:docMk/>
            <pc:sldMk cId="0" sldId="258"/>
            <ac:spMk id="58" creationId="{3AB005CB-6BD3-E2E3-5AAE-4D30AD1650D7}"/>
          </ac:spMkLst>
        </pc:spChg>
        <pc:spChg chg="add mod">
          <ac:chgData name="Pasumarthi, Sanjana" userId="462f8b49-69eb-4fd5-9b02-f1c12ce8e0dc" providerId="ADAL" clId="{9FEA7D9B-C9E4-420F-A093-73A93C953931}" dt="2026-04-19T17:58:05.709" v="1471" actId="1076"/>
          <ac:spMkLst>
            <pc:docMk/>
            <pc:sldMk cId="0" sldId="258"/>
            <ac:spMk id="59" creationId="{BABAE1FA-0985-40C7-8EAA-5BE7D8AFBF84}"/>
          </ac:spMkLst>
        </pc:spChg>
        <pc:spChg chg="add mod">
          <ac:chgData name="Pasumarthi, Sanjana" userId="462f8b49-69eb-4fd5-9b02-f1c12ce8e0dc" providerId="ADAL" clId="{9FEA7D9B-C9E4-420F-A093-73A93C953931}" dt="2026-04-19T17:55:26.636" v="1408" actId="1076"/>
          <ac:spMkLst>
            <pc:docMk/>
            <pc:sldMk cId="0" sldId="258"/>
            <ac:spMk id="60" creationId="{227FFF0A-111F-0999-8C82-192DE32560B4}"/>
          </ac:spMkLst>
        </pc:spChg>
        <pc:spChg chg="add mod">
          <ac:chgData name="Pasumarthi, Sanjana" userId="462f8b49-69eb-4fd5-9b02-f1c12ce8e0dc" providerId="ADAL" clId="{9FEA7D9B-C9E4-420F-A093-73A93C953931}" dt="2026-04-19T17:57:21.410" v="1456" actId="20577"/>
          <ac:spMkLst>
            <pc:docMk/>
            <pc:sldMk cId="0" sldId="258"/>
            <ac:spMk id="61" creationId="{D24562AF-4B70-8E44-039B-DCC7195B31DF}"/>
          </ac:spMkLst>
        </pc:spChg>
        <pc:spChg chg="add mod">
          <ac:chgData name="Pasumarthi, Sanjana" userId="462f8b49-69eb-4fd5-9b02-f1c12ce8e0dc" providerId="ADAL" clId="{9FEA7D9B-C9E4-420F-A093-73A93C953931}" dt="2026-04-19T17:58:34.347" v="1474" actId="20577"/>
          <ac:spMkLst>
            <pc:docMk/>
            <pc:sldMk cId="0" sldId="258"/>
            <ac:spMk id="62" creationId="{EC7E080B-B54D-A4B8-DE04-734D334F71F3}"/>
          </ac:spMkLst>
        </pc:spChg>
        <pc:spChg chg="add mod">
          <ac:chgData name="Pasumarthi, Sanjana" userId="462f8b49-69eb-4fd5-9b02-f1c12ce8e0dc" providerId="ADAL" clId="{9FEA7D9B-C9E4-420F-A093-73A93C953931}" dt="2026-04-19T18:18:46.611" v="2549" actId="20577"/>
          <ac:spMkLst>
            <pc:docMk/>
            <pc:sldMk cId="0" sldId="258"/>
            <ac:spMk id="63" creationId="{EF2554F6-DA77-E5D7-5BE1-29EA40338491}"/>
          </ac:spMkLst>
        </pc:spChg>
        <pc:spChg chg="add del mod">
          <ac:chgData name="Pasumarthi, Sanjana" userId="462f8b49-69eb-4fd5-9b02-f1c12ce8e0dc" providerId="ADAL" clId="{9FEA7D9B-C9E4-420F-A093-73A93C953931}" dt="2026-04-20T14:25:14.800" v="2952" actId="478"/>
          <ac:spMkLst>
            <pc:docMk/>
            <pc:sldMk cId="0" sldId="258"/>
            <ac:spMk id="1025" creationId="{CCEDAE7E-9A24-9F77-6715-2B04668F6053}"/>
          </ac:spMkLst>
        </pc:spChg>
        <pc:spChg chg="add mod">
          <ac:chgData name="Pasumarthi, Sanjana" userId="462f8b49-69eb-4fd5-9b02-f1c12ce8e0dc" providerId="ADAL" clId="{9FEA7D9B-C9E4-420F-A093-73A93C953931}" dt="2026-04-19T18:55:42.566" v="2667" actId="1076"/>
          <ac:spMkLst>
            <pc:docMk/>
            <pc:sldMk cId="0" sldId="258"/>
            <ac:spMk id="1029" creationId="{D7698164-7C09-682C-A1F5-14630BBF8279}"/>
          </ac:spMkLst>
        </pc:spChg>
        <pc:spChg chg="add mod">
          <ac:chgData name="Pasumarthi, Sanjana" userId="462f8b49-69eb-4fd5-9b02-f1c12ce8e0dc" providerId="ADAL" clId="{9FEA7D9B-C9E4-420F-A093-73A93C953931}" dt="2026-04-19T18:55:48.930" v="2668" actId="1076"/>
          <ac:spMkLst>
            <pc:docMk/>
            <pc:sldMk cId="0" sldId="258"/>
            <ac:spMk id="1031" creationId="{D3B7B662-A8D0-6A19-C0F6-5236AC226568}"/>
          </ac:spMkLst>
        </pc:spChg>
        <pc:spChg chg="add mod">
          <ac:chgData name="Pasumarthi, Sanjana" userId="462f8b49-69eb-4fd5-9b02-f1c12ce8e0dc" providerId="ADAL" clId="{9FEA7D9B-C9E4-420F-A093-73A93C953931}" dt="2026-04-19T18:52:52.976" v="2650" actId="2085"/>
          <ac:spMkLst>
            <pc:docMk/>
            <pc:sldMk cId="0" sldId="258"/>
            <ac:spMk id="1035" creationId="{B5D0C6D1-38B9-C676-DA38-35B2E845A5B0}"/>
          </ac:spMkLst>
        </pc:spChg>
        <pc:spChg chg="add mod">
          <ac:chgData name="Pasumarthi, Sanjana" userId="462f8b49-69eb-4fd5-9b02-f1c12ce8e0dc" providerId="ADAL" clId="{9FEA7D9B-C9E4-420F-A093-73A93C953931}" dt="2026-04-19T18:53:59.297" v="2659" actId="1076"/>
          <ac:spMkLst>
            <pc:docMk/>
            <pc:sldMk cId="0" sldId="258"/>
            <ac:spMk id="1037" creationId="{355B3450-5F74-9474-EE43-10C36AE0E996}"/>
          </ac:spMkLst>
        </pc:spChg>
        <pc:spChg chg="add mod">
          <ac:chgData name="Pasumarthi, Sanjana" userId="462f8b49-69eb-4fd5-9b02-f1c12ce8e0dc" providerId="ADAL" clId="{9FEA7D9B-C9E4-420F-A093-73A93C953931}" dt="2026-04-19T18:59:01.964" v="2806" actId="1076"/>
          <ac:spMkLst>
            <pc:docMk/>
            <pc:sldMk cId="0" sldId="258"/>
            <ac:spMk id="1040" creationId="{0CC14AD5-F836-401D-A086-6EF01CE35C26}"/>
          </ac:spMkLst>
        </pc:spChg>
        <pc:spChg chg="add mod">
          <ac:chgData name="Pasumarthi, Sanjana" userId="462f8b49-69eb-4fd5-9b02-f1c12ce8e0dc" providerId="ADAL" clId="{9FEA7D9B-C9E4-420F-A093-73A93C953931}" dt="2026-04-19T18:57:16.786" v="2765" actId="1076"/>
          <ac:spMkLst>
            <pc:docMk/>
            <pc:sldMk cId="0" sldId="258"/>
            <ac:spMk id="1041" creationId="{CAE03479-FA27-1D7F-E690-B95EB7A22AEF}"/>
          </ac:spMkLst>
        </pc:spChg>
        <pc:spChg chg="add mod">
          <ac:chgData name="Pasumarthi, Sanjana" userId="462f8b49-69eb-4fd5-9b02-f1c12ce8e0dc" providerId="ADAL" clId="{9FEA7D9B-C9E4-420F-A093-73A93C953931}" dt="2026-04-19T18:57:32.858" v="2783" actId="20577"/>
          <ac:spMkLst>
            <pc:docMk/>
            <pc:sldMk cId="0" sldId="258"/>
            <ac:spMk id="1042" creationId="{663705F7-DA8F-13AD-B852-A6B0190CFC8A}"/>
          </ac:spMkLst>
        </pc:spChg>
        <pc:spChg chg="add mod">
          <ac:chgData name="Pasumarthi, Sanjana" userId="462f8b49-69eb-4fd5-9b02-f1c12ce8e0dc" providerId="ADAL" clId="{9FEA7D9B-C9E4-420F-A093-73A93C953931}" dt="2026-04-19T18:59:04.599" v="2807" actId="1076"/>
          <ac:spMkLst>
            <pc:docMk/>
            <pc:sldMk cId="0" sldId="258"/>
            <ac:spMk id="1043" creationId="{DF8F3542-9DF6-A70E-28E8-BD2A40AFA201}"/>
          </ac:spMkLst>
        </pc:spChg>
        <pc:grpChg chg="del mod">
          <ac:chgData name="Pasumarthi, Sanjana" userId="462f8b49-69eb-4fd5-9b02-f1c12ce8e0dc" providerId="ADAL" clId="{9FEA7D9B-C9E4-420F-A093-73A93C953931}" dt="2026-04-19T17:18:56.260" v="549" actId="165"/>
          <ac:grpSpMkLst>
            <pc:docMk/>
            <pc:sldMk cId="0" sldId="258"/>
            <ac:grpSpMk id="10" creationId="{A9BC9907-17B5-BB31-E13E-8B0B00CB014C}"/>
          </ac:grpSpMkLst>
        </pc:grpChg>
        <pc:grpChg chg="del mod topLvl">
          <ac:chgData name="Pasumarthi, Sanjana" userId="462f8b49-69eb-4fd5-9b02-f1c12ce8e0dc" providerId="ADAL" clId="{9FEA7D9B-C9E4-420F-A093-73A93C953931}" dt="2026-04-19T17:19:18.881" v="552" actId="478"/>
          <ac:grpSpMkLst>
            <pc:docMk/>
            <pc:sldMk cId="0" sldId="258"/>
            <ac:grpSpMk id="12" creationId="{B680BC96-9FA4-15D7-F13D-B8551A8D8054}"/>
          </ac:grpSpMkLst>
        </pc:grpChg>
        <pc:graphicFrameChg chg="del modGraphic">
          <ac:chgData name="Pasumarthi, Sanjana" userId="462f8b49-69eb-4fd5-9b02-f1c12ce8e0dc" providerId="ADAL" clId="{9FEA7D9B-C9E4-420F-A093-73A93C953931}" dt="2026-04-19T17:48:33.340" v="1289" actId="478"/>
          <ac:graphicFrameMkLst>
            <pc:docMk/>
            <pc:sldMk cId="0" sldId="258"/>
            <ac:graphicFrameMk id="21" creationId="{BE048970-580E-4DAF-6714-A0D0B3BEBFA6}"/>
          </ac:graphicFrameMkLst>
        </pc:graphicFrameChg>
        <pc:graphicFrameChg chg="mod">
          <ac:chgData name="Pasumarthi, Sanjana" userId="462f8b49-69eb-4fd5-9b02-f1c12ce8e0dc" providerId="ADAL" clId="{9FEA7D9B-C9E4-420F-A093-73A93C953931}" dt="2026-04-19T17:54:06.602" v="1324"/>
          <ac:graphicFrameMkLst>
            <pc:docMk/>
            <pc:sldMk cId="0" sldId="258"/>
            <ac:graphicFrameMk id="23" creationId="{ADD75445-8530-07C9-ED3A-4FA45438F587}"/>
          </ac:graphicFrameMkLst>
        </pc:graphicFrameChg>
        <pc:graphicFrameChg chg="mod">
          <ac:chgData name="Pasumarthi, Sanjana" userId="462f8b49-69eb-4fd5-9b02-f1c12ce8e0dc" providerId="ADAL" clId="{9FEA7D9B-C9E4-420F-A093-73A93C953931}" dt="2026-04-19T17:45:32.610" v="1241" actId="1076"/>
          <ac:graphicFrameMkLst>
            <pc:docMk/>
            <pc:sldMk cId="0" sldId="258"/>
            <ac:graphicFrameMk id="27" creationId="{3E38092F-DAA7-EC3A-FA7A-77CCF14C6BBB}"/>
          </ac:graphicFrameMkLst>
        </pc:graphicFrameChg>
        <pc:picChg chg="add mod modCrop">
          <ac:chgData name="Pasumarthi, Sanjana" userId="462f8b49-69eb-4fd5-9b02-f1c12ce8e0dc" providerId="ADAL" clId="{9FEA7D9B-C9E4-420F-A093-73A93C953931}" dt="2026-04-19T17:43:12.700" v="1185" actId="1076"/>
          <ac:picMkLst>
            <pc:docMk/>
            <pc:sldMk cId="0" sldId="258"/>
            <ac:picMk id="6" creationId="{B36172F5-1FE8-A45E-6930-354D86F6E3CC}"/>
          </ac:picMkLst>
        </pc:picChg>
        <pc:picChg chg="mod">
          <ac:chgData name="Pasumarthi, Sanjana" userId="462f8b49-69eb-4fd5-9b02-f1c12ce8e0dc" providerId="ADAL" clId="{9FEA7D9B-C9E4-420F-A093-73A93C953931}" dt="2026-04-19T17:18:56.260" v="549" actId="165"/>
          <ac:picMkLst>
            <pc:docMk/>
            <pc:sldMk cId="0" sldId="258"/>
            <ac:picMk id="18" creationId="{E42C85F4-67DD-FE87-5E33-D0B11F1D5415}"/>
          </ac:picMkLst>
        </pc:picChg>
        <pc:picChg chg="mod">
          <ac:chgData name="Pasumarthi, Sanjana" userId="462f8b49-69eb-4fd5-9b02-f1c12ce8e0dc" providerId="ADAL" clId="{9FEA7D9B-C9E4-420F-A093-73A93C953931}" dt="2026-04-19T17:18:56.260" v="549" actId="165"/>
          <ac:picMkLst>
            <pc:docMk/>
            <pc:sldMk cId="0" sldId="258"/>
            <ac:picMk id="19" creationId="{2A6BDBC5-F15E-30DA-E5CA-C4951DFC30B5}"/>
          </ac:picMkLst>
        </pc:picChg>
        <pc:picChg chg="mod">
          <ac:chgData name="Pasumarthi, Sanjana" userId="462f8b49-69eb-4fd5-9b02-f1c12ce8e0dc" providerId="ADAL" clId="{9FEA7D9B-C9E4-420F-A093-73A93C953931}" dt="2026-04-19T17:18:56.260" v="549" actId="165"/>
          <ac:picMkLst>
            <pc:docMk/>
            <pc:sldMk cId="0" sldId="258"/>
            <ac:picMk id="20" creationId="{3CCCB5B1-5B47-3B31-532C-993DF31716B2}"/>
          </ac:picMkLst>
        </pc:picChg>
        <pc:picChg chg="add mod">
          <ac:chgData name="Pasumarthi, Sanjana" userId="462f8b49-69eb-4fd5-9b02-f1c12ce8e0dc" providerId="ADAL" clId="{9FEA7D9B-C9E4-420F-A093-73A93C953931}" dt="2026-04-19T17:41:02.390" v="1172" actId="1076"/>
          <ac:picMkLst>
            <pc:docMk/>
            <pc:sldMk cId="0" sldId="258"/>
            <ac:picMk id="32" creationId="{76358EE9-BA0B-7DEF-A66F-662CF4468266}"/>
          </ac:picMkLst>
        </pc:picChg>
        <pc:picChg chg="add mod">
          <ac:chgData name="Pasumarthi, Sanjana" userId="462f8b49-69eb-4fd5-9b02-f1c12ce8e0dc" providerId="ADAL" clId="{9FEA7D9B-C9E4-420F-A093-73A93C953931}" dt="2026-04-19T17:26:01.702" v="703" actId="1076"/>
          <ac:picMkLst>
            <pc:docMk/>
            <pc:sldMk cId="0" sldId="258"/>
            <ac:picMk id="33" creationId="{4EE489F4-76CA-6F4B-AEDA-F79C88372AD3}"/>
          </ac:picMkLst>
        </pc:picChg>
        <pc:picChg chg="add mod">
          <ac:chgData name="Pasumarthi, Sanjana" userId="462f8b49-69eb-4fd5-9b02-f1c12ce8e0dc" providerId="ADAL" clId="{9FEA7D9B-C9E4-420F-A093-73A93C953931}" dt="2026-04-19T18:55:48.930" v="2668" actId="1076"/>
          <ac:picMkLst>
            <pc:docMk/>
            <pc:sldMk cId="0" sldId="258"/>
            <ac:picMk id="1024" creationId="{62EAE1E7-F2B1-085C-4A14-3781843F4065}"/>
          </ac:picMkLst>
        </pc:picChg>
        <pc:picChg chg="mod">
          <ac:chgData name="Pasumarthi, Sanjana" userId="462f8b49-69eb-4fd5-9b02-f1c12ce8e0dc" providerId="ADAL" clId="{9FEA7D9B-C9E4-420F-A093-73A93C953931}" dt="2026-04-19T16:46:41.765" v="1" actId="1076"/>
          <ac:picMkLst>
            <pc:docMk/>
            <pc:sldMk cId="0" sldId="258"/>
            <ac:picMk id="1026" creationId="{BDB89FED-EF28-C964-72AB-741C22909C6F}"/>
          </ac:picMkLst>
        </pc:picChg>
        <pc:picChg chg="add mod">
          <ac:chgData name="Pasumarthi, Sanjana" userId="462f8b49-69eb-4fd5-9b02-f1c12ce8e0dc" providerId="ADAL" clId="{9FEA7D9B-C9E4-420F-A093-73A93C953931}" dt="2026-04-19T18:08:37.006" v="1790"/>
          <ac:picMkLst>
            <pc:docMk/>
            <pc:sldMk cId="0" sldId="258"/>
            <ac:picMk id="1027" creationId="{C672CF33-0E4C-52E8-E26D-942350786794}"/>
          </ac:picMkLst>
        </pc:picChg>
        <pc:picChg chg="mod">
          <ac:chgData name="Pasumarthi, Sanjana" userId="462f8b49-69eb-4fd5-9b02-f1c12ce8e0dc" providerId="ADAL" clId="{9FEA7D9B-C9E4-420F-A093-73A93C953931}" dt="2026-04-19T17:56:59.744" v="1447" actId="1076"/>
          <ac:picMkLst>
            <pc:docMk/>
            <pc:sldMk cId="0" sldId="258"/>
            <ac:picMk id="1028" creationId="{C49A126E-1ECA-B62A-D0F4-5E1E319CFC6F}"/>
          </ac:picMkLst>
        </pc:picChg>
        <pc:picChg chg="add mod">
          <ac:chgData name="Pasumarthi, Sanjana" userId="462f8b49-69eb-4fd5-9b02-f1c12ce8e0dc" providerId="ADAL" clId="{9FEA7D9B-C9E4-420F-A093-73A93C953931}" dt="2026-04-19T18:55:38.718" v="2666" actId="1076"/>
          <ac:picMkLst>
            <pc:docMk/>
            <pc:sldMk cId="0" sldId="258"/>
            <ac:picMk id="1033" creationId="{E46A3CE3-6B54-4A72-7130-33BCEA12981C}"/>
          </ac:picMkLst>
        </pc:picChg>
        <pc:picChg chg="add mod">
          <ac:chgData name="Pasumarthi, Sanjana" userId="462f8b49-69eb-4fd5-9b02-f1c12ce8e0dc" providerId="ADAL" clId="{9FEA7D9B-C9E4-420F-A093-73A93C953931}" dt="2026-04-19T18:52:29.377" v="2646" actId="1076"/>
          <ac:picMkLst>
            <pc:docMk/>
            <pc:sldMk cId="0" sldId="258"/>
            <ac:picMk id="1034" creationId="{DB2C9531-282F-05B4-2606-0D692B91D89A}"/>
          </ac:picMkLst>
        </pc:picChg>
        <pc:picChg chg="add mod">
          <ac:chgData name="Pasumarthi, Sanjana" userId="462f8b49-69eb-4fd5-9b02-f1c12ce8e0dc" providerId="ADAL" clId="{9FEA7D9B-C9E4-420F-A093-73A93C953931}" dt="2026-04-19T18:58:59.155" v="2805" actId="1076"/>
          <ac:picMkLst>
            <pc:docMk/>
            <pc:sldMk cId="0" sldId="258"/>
            <ac:picMk id="1036" creationId="{8A38036B-D184-68E5-43F5-FA77DB8A6A21}"/>
          </ac:picMkLst>
        </pc:picChg>
        <pc:picChg chg="add mod">
          <ac:chgData name="Pasumarthi, Sanjana" userId="462f8b49-69eb-4fd5-9b02-f1c12ce8e0dc" providerId="ADAL" clId="{9FEA7D9B-C9E4-420F-A093-73A93C953931}" dt="2026-04-19T18:57:14.640" v="2764" actId="1076"/>
          <ac:picMkLst>
            <pc:docMk/>
            <pc:sldMk cId="0" sldId="258"/>
            <ac:picMk id="1039" creationId="{5110B7A1-406E-3D6C-5B5D-F38D78BE08EB}"/>
          </ac:picMkLst>
        </pc:picChg>
        <pc:cxnChg chg="mod">
          <ac:chgData name="Pasumarthi, Sanjana" userId="462f8b49-69eb-4fd5-9b02-f1c12ce8e0dc" providerId="ADAL" clId="{9FEA7D9B-C9E4-420F-A093-73A93C953931}" dt="2026-04-19T17:18:56.260" v="549" actId="165"/>
          <ac:cxnSpMkLst>
            <pc:docMk/>
            <pc:sldMk cId="0" sldId="258"/>
            <ac:cxnSpMk id="14" creationId="{34F1BDC8-FE5C-3C67-A546-7367B654A603}"/>
          </ac:cxnSpMkLst>
        </pc:cxnChg>
        <pc:cxnChg chg="mod">
          <ac:chgData name="Pasumarthi, Sanjana" userId="462f8b49-69eb-4fd5-9b02-f1c12ce8e0dc" providerId="ADAL" clId="{9FEA7D9B-C9E4-420F-A093-73A93C953931}" dt="2026-04-19T17:18:56.260" v="549" actId="165"/>
          <ac:cxnSpMkLst>
            <pc:docMk/>
            <pc:sldMk cId="0" sldId="258"/>
            <ac:cxnSpMk id="16" creationId="{6EC8B479-AFBC-671E-B4DA-4429513E57FE}"/>
          </ac:cxnSpMkLst>
        </pc:cxnChg>
      </pc:sldChg>
    </pc:docChg>
  </pc:docChgLst>
  <pc:docChgLst>
    <pc:chgData name="Kettler, Lucas" userId="S::bigshmoney@tamu.edu::0fed46a1-6364-4da2-aae4-68fc89679060" providerId="AD" clId="Web-{200AE9D2-C10E-7A5E-C0B1-09EA142D4AEA}"/>
    <pc:docChg chg="modSld">
      <pc:chgData name="Kettler, Lucas" userId="S::bigshmoney@tamu.edu::0fed46a1-6364-4da2-aae4-68fc89679060" providerId="AD" clId="Web-{200AE9D2-C10E-7A5E-C0B1-09EA142D4AEA}" dt="2026-04-18T21:10:07.203" v="2" actId="14100"/>
      <pc:docMkLst>
        <pc:docMk/>
      </pc:docMkLst>
      <pc:sldChg chg="modSp">
        <pc:chgData name="Kettler, Lucas" userId="S::bigshmoney@tamu.edu::0fed46a1-6364-4da2-aae4-68fc89679060" providerId="AD" clId="Web-{200AE9D2-C10E-7A5E-C0B1-09EA142D4AEA}" dt="2026-04-18T21:10:07.203" v="2" actId="14100"/>
        <pc:sldMkLst>
          <pc:docMk/>
          <pc:sldMk cId="0" sldId="258"/>
        </pc:sldMkLst>
        <pc:graphicFrameChg chg="mod">
          <ac:chgData name="Kettler, Lucas" userId="S::bigshmoney@tamu.edu::0fed46a1-6364-4da2-aae4-68fc89679060" providerId="AD" clId="Web-{200AE9D2-C10E-7A5E-C0B1-09EA142D4AEA}" dt="2026-04-18T21:10:04.859" v="1" actId="14100"/>
          <ac:graphicFrameMkLst>
            <pc:docMk/>
            <pc:sldMk cId="0" sldId="258"/>
            <ac:graphicFrameMk id="23" creationId="{ADD75445-8530-07C9-ED3A-4FA45438F587}"/>
          </ac:graphicFrameMkLst>
        </pc:graphicFrameChg>
        <pc:graphicFrameChg chg="mod">
          <ac:chgData name="Kettler, Lucas" userId="S::bigshmoney@tamu.edu::0fed46a1-6364-4da2-aae4-68fc89679060" providerId="AD" clId="Web-{200AE9D2-C10E-7A5E-C0B1-09EA142D4AEA}" dt="2026-04-18T21:10:07.203" v="2" actId="14100"/>
          <ac:graphicFrameMkLst>
            <pc:docMk/>
            <pc:sldMk cId="0" sldId="258"/>
            <ac:graphicFrameMk id="27" creationId="{3E38092F-DAA7-EC3A-FA7A-77CCF14C6BBB}"/>
          </ac:graphicFrameMkLst>
        </pc:graphicFrameChg>
      </pc:sldChg>
    </pc:docChg>
  </pc:docChgLst>
  <pc:docChgLst>
    <pc:chgData name="Lackey, Samuel" userId="6de39108-7e00-423c-a7f1-bb7fd751247a" providerId="ADAL" clId="{9D7AC26E-033F-468D-BB1B-D774793468AE}"/>
    <pc:docChg chg="undo custSel modSld modMainMaster">
      <pc:chgData name="Lackey, Samuel" userId="6de39108-7e00-423c-a7f1-bb7fd751247a" providerId="ADAL" clId="{9D7AC26E-033F-468D-BB1B-D774793468AE}" dt="2026-04-20T14:24:37.998" v="508" actId="1076"/>
      <pc:docMkLst>
        <pc:docMk/>
      </pc:docMkLst>
      <pc:sldChg chg="addSp delSp modSp mod">
        <pc:chgData name="Lackey, Samuel" userId="6de39108-7e00-423c-a7f1-bb7fd751247a" providerId="ADAL" clId="{9D7AC26E-033F-468D-BB1B-D774793468AE}" dt="2026-04-20T14:24:37.998" v="508" actId="1076"/>
        <pc:sldMkLst>
          <pc:docMk/>
          <pc:sldMk cId="0" sldId="258"/>
        </pc:sldMkLst>
        <pc:spChg chg="add mod">
          <ac:chgData name="Lackey, Samuel" userId="6de39108-7e00-423c-a7f1-bb7fd751247a" providerId="ADAL" clId="{9D7AC26E-033F-468D-BB1B-D774793468AE}" dt="2026-04-20T00:13:31.289" v="310" actId="1036"/>
          <ac:spMkLst>
            <pc:docMk/>
            <pc:sldMk cId="0" sldId="258"/>
            <ac:spMk id="4" creationId="{C8266A11-5BA3-B5BD-8E12-50EB9E1468DB}"/>
          </ac:spMkLst>
        </pc:spChg>
        <pc:spChg chg="del">
          <ac:chgData name="Lackey, Samuel" userId="6de39108-7e00-423c-a7f1-bb7fd751247a" providerId="ADAL" clId="{9D7AC26E-033F-468D-BB1B-D774793468AE}" dt="2026-04-20T03:06:29.023" v="463" actId="478"/>
          <ac:spMkLst>
            <pc:docMk/>
            <pc:sldMk cId="0" sldId="258"/>
            <ac:spMk id="5" creationId="{32B67FCD-C9DC-EB5F-0275-2901BA86FE69}"/>
          </ac:spMkLst>
        </pc:spChg>
        <pc:spChg chg="mod">
          <ac:chgData name="Lackey, Samuel" userId="6de39108-7e00-423c-a7f1-bb7fd751247a" providerId="ADAL" clId="{9D7AC26E-033F-468D-BB1B-D774793468AE}" dt="2026-04-20T00:12:34.631" v="273" actId="1036"/>
          <ac:spMkLst>
            <pc:docMk/>
            <pc:sldMk cId="0" sldId="258"/>
            <ac:spMk id="7" creationId="{0FD034D1-EA1A-8C46-9BF4-BDEFD513C119}"/>
          </ac:spMkLst>
        </pc:spChg>
        <pc:spChg chg="mod">
          <ac:chgData name="Lackey, Samuel" userId="6de39108-7e00-423c-a7f1-bb7fd751247a" providerId="ADAL" clId="{9D7AC26E-033F-468D-BB1B-D774793468AE}" dt="2026-04-20T00:14:55.971" v="412" actId="14100"/>
          <ac:spMkLst>
            <pc:docMk/>
            <pc:sldMk cId="0" sldId="258"/>
            <ac:spMk id="9" creationId="{396E6B54-41BF-5D6B-7D21-1D8E6B2CF7EE}"/>
          </ac:spMkLst>
        </pc:spChg>
        <pc:spChg chg="add mod">
          <ac:chgData name="Lackey, Samuel" userId="6de39108-7e00-423c-a7f1-bb7fd751247a" providerId="ADAL" clId="{9D7AC26E-033F-468D-BB1B-D774793468AE}" dt="2026-04-20T00:14:30.987" v="401" actId="20577"/>
          <ac:spMkLst>
            <pc:docMk/>
            <pc:sldMk cId="0" sldId="258"/>
            <ac:spMk id="11" creationId="{1321F281-48AA-B97A-3FC9-1097E0A4DBF0}"/>
          </ac:spMkLst>
        </pc:spChg>
        <pc:spChg chg="add mod">
          <ac:chgData name="Lackey, Samuel" userId="6de39108-7e00-423c-a7f1-bb7fd751247a" providerId="ADAL" clId="{9D7AC26E-033F-468D-BB1B-D774793468AE}" dt="2026-04-20T14:24:20.014" v="507" actId="20577"/>
          <ac:spMkLst>
            <pc:docMk/>
            <pc:sldMk cId="0" sldId="258"/>
            <ac:spMk id="12" creationId="{29E33266-7C24-D126-FBC4-F149372C976E}"/>
          </ac:spMkLst>
        </pc:spChg>
        <pc:spChg chg="mod">
          <ac:chgData name="Lackey, Samuel" userId="6de39108-7e00-423c-a7f1-bb7fd751247a" providerId="ADAL" clId="{9D7AC26E-033F-468D-BB1B-D774793468AE}" dt="2026-04-19T19:29:49.267" v="242" actId="1035"/>
          <ac:spMkLst>
            <pc:docMk/>
            <pc:sldMk cId="0" sldId="258"/>
            <ac:spMk id="13" creationId="{40F8234C-058E-ADF9-7C6E-95C3CE15C371}"/>
          </ac:spMkLst>
        </pc:spChg>
        <pc:spChg chg="add mod">
          <ac:chgData name="Lackey, Samuel" userId="6de39108-7e00-423c-a7f1-bb7fd751247a" providerId="ADAL" clId="{9D7AC26E-033F-468D-BB1B-D774793468AE}" dt="2026-04-20T00:15:18.946" v="433"/>
          <ac:spMkLst>
            <pc:docMk/>
            <pc:sldMk cId="0" sldId="258"/>
            <ac:spMk id="15" creationId="{83B9E876-8A72-ECA8-D547-A8AAF760FFBF}"/>
          </ac:spMkLst>
        </pc:spChg>
        <pc:spChg chg="add mod">
          <ac:chgData name="Lackey, Samuel" userId="6de39108-7e00-423c-a7f1-bb7fd751247a" providerId="ADAL" clId="{9D7AC26E-033F-468D-BB1B-D774793468AE}" dt="2026-04-20T00:15:36.144" v="462" actId="20577"/>
          <ac:spMkLst>
            <pc:docMk/>
            <pc:sldMk cId="0" sldId="258"/>
            <ac:spMk id="16" creationId="{D0D6BC6E-CC70-438C-9C2D-5E121BC73771}"/>
          </ac:spMkLst>
        </pc:spChg>
        <pc:spChg chg="mod">
          <ac:chgData name="Lackey, Samuel" userId="6de39108-7e00-423c-a7f1-bb7fd751247a" providerId="ADAL" clId="{9D7AC26E-033F-468D-BB1B-D774793468AE}" dt="2026-04-20T00:13:40.738" v="320" actId="20577"/>
          <ac:spMkLst>
            <pc:docMk/>
            <pc:sldMk cId="0" sldId="258"/>
            <ac:spMk id="24" creationId="{DB9D976D-8DB5-0D9F-4EE4-B53E9BCD72C2}"/>
          </ac:spMkLst>
        </pc:spChg>
        <pc:spChg chg="mod">
          <ac:chgData name="Lackey, Samuel" userId="6de39108-7e00-423c-a7f1-bb7fd751247a" providerId="ADAL" clId="{9D7AC26E-033F-468D-BB1B-D774793468AE}" dt="2026-04-20T00:14:35.179" v="403" actId="20577"/>
          <ac:spMkLst>
            <pc:docMk/>
            <pc:sldMk cId="0" sldId="258"/>
            <ac:spMk id="28" creationId="{5CF97230-9F52-7F3D-1D8A-DAF62BF37F11}"/>
          </ac:spMkLst>
        </pc:spChg>
        <pc:spChg chg="mod">
          <ac:chgData name="Lackey, Samuel" userId="6de39108-7e00-423c-a7f1-bb7fd751247a" providerId="ADAL" clId="{9D7AC26E-033F-468D-BB1B-D774793468AE}" dt="2026-04-20T00:14:52.379" v="411" actId="1035"/>
          <ac:spMkLst>
            <pc:docMk/>
            <pc:sldMk cId="0" sldId="258"/>
            <ac:spMk id="31" creationId="{609E9E29-5328-AE2B-2D61-140BA8F8DCC1}"/>
          </ac:spMkLst>
        </pc:spChg>
        <pc:spChg chg="mod">
          <ac:chgData name="Lackey, Samuel" userId="6de39108-7e00-423c-a7f1-bb7fd751247a" providerId="ADAL" clId="{9D7AC26E-033F-468D-BB1B-D774793468AE}" dt="2026-04-20T00:12:21.561" v="263" actId="1038"/>
          <ac:spMkLst>
            <pc:docMk/>
            <pc:sldMk cId="0" sldId="258"/>
            <ac:spMk id="58" creationId="{3AB005CB-6BD3-E2E3-5AAE-4D30AD1650D7}"/>
          </ac:spMkLst>
        </pc:spChg>
        <pc:spChg chg="mod">
          <ac:chgData name="Lackey, Samuel" userId="6de39108-7e00-423c-a7f1-bb7fd751247a" providerId="ADAL" clId="{9D7AC26E-033F-468D-BB1B-D774793468AE}" dt="2026-04-20T00:13:48.613" v="326" actId="20577"/>
          <ac:spMkLst>
            <pc:docMk/>
            <pc:sldMk cId="0" sldId="258"/>
            <ac:spMk id="63" creationId="{EF2554F6-DA77-E5D7-5BE1-29EA40338491}"/>
          </ac:spMkLst>
        </pc:spChg>
        <pc:spChg chg="mod">
          <ac:chgData name="Lackey, Samuel" userId="6de39108-7e00-423c-a7f1-bb7fd751247a" providerId="ADAL" clId="{9D7AC26E-033F-468D-BB1B-D774793468AE}" dt="2026-04-19T19:07:17.036" v="35" actId="122"/>
          <ac:spMkLst>
            <pc:docMk/>
            <pc:sldMk cId="0" sldId="258"/>
            <ac:spMk id="1025" creationId="{CCEDAE7E-9A24-9F77-6715-2B04668F6053}"/>
          </ac:spMkLst>
        </pc:spChg>
        <pc:spChg chg="mod">
          <ac:chgData name="Lackey, Samuel" userId="6de39108-7e00-423c-a7f1-bb7fd751247a" providerId="ADAL" clId="{9D7AC26E-033F-468D-BB1B-D774793468AE}" dt="2026-04-19T19:09:03.914" v="65" actId="12"/>
          <ac:spMkLst>
            <pc:docMk/>
            <pc:sldMk cId="0" sldId="258"/>
            <ac:spMk id="1029" creationId="{D7698164-7C09-682C-A1F5-14630BBF8279}"/>
          </ac:spMkLst>
        </pc:spChg>
        <pc:picChg chg="del">
          <ac:chgData name="Lackey, Samuel" userId="6de39108-7e00-423c-a7f1-bb7fd751247a" providerId="ADAL" clId="{9D7AC26E-033F-468D-BB1B-D774793468AE}" dt="2026-04-19T19:05:31.223" v="0" actId="478"/>
          <ac:picMkLst>
            <pc:docMk/>
            <pc:sldMk cId="0" sldId="258"/>
            <ac:picMk id="4" creationId="{BA8FBAB9-4D0F-365E-A666-5AF4FE321598}"/>
          </ac:picMkLst>
        </pc:picChg>
        <pc:picChg chg="add mod modCrop">
          <ac:chgData name="Lackey, Samuel" userId="6de39108-7e00-423c-a7f1-bb7fd751247a" providerId="ADAL" clId="{9D7AC26E-033F-468D-BB1B-D774793468AE}" dt="2026-04-20T14:24:37.998" v="508" actId="1076"/>
          <ac:picMkLst>
            <pc:docMk/>
            <pc:sldMk cId="0" sldId="258"/>
            <ac:picMk id="5" creationId="{309D1500-344B-2CAE-0BEA-4778DDBFDE21}"/>
          </ac:picMkLst>
        </pc:picChg>
        <pc:picChg chg="mod">
          <ac:chgData name="Lackey, Samuel" userId="6de39108-7e00-423c-a7f1-bb7fd751247a" providerId="ADAL" clId="{9D7AC26E-033F-468D-BB1B-D774793468AE}" dt="2026-04-20T00:13:20.695" v="305" actId="1076"/>
          <ac:picMkLst>
            <pc:docMk/>
            <pc:sldMk cId="0" sldId="258"/>
            <ac:picMk id="6" creationId="{B36172F5-1FE8-A45E-6930-354D86F6E3CC}"/>
          </ac:picMkLst>
        </pc:picChg>
        <pc:picChg chg="add mod">
          <ac:chgData name="Lackey, Samuel" userId="6de39108-7e00-423c-a7f1-bb7fd751247a" providerId="ADAL" clId="{9D7AC26E-033F-468D-BB1B-D774793468AE}" dt="2026-04-19T19:05:31.866" v="1"/>
          <ac:picMkLst>
            <pc:docMk/>
            <pc:sldMk cId="0" sldId="258"/>
            <ac:picMk id="10" creationId="{CBE9B005-A213-9B94-A6E4-3A3D6E26D32C}"/>
          </ac:picMkLst>
        </pc:picChg>
        <pc:picChg chg="mod">
          <ac:chgData name="Lackey, Samuel" userId="6de39108-7e00-423c-a7f1-bb7fd751247a" providerId="ADAL" clId="{9D7AC26E-033F-468D-BB1B-D774793468AE}" dt="2026-04-20T00:14:52.379" v="411" actId="1035"/>
          <ac:picMkLst>
            <pc:docMk/>
            <pc:sldMk cId="0" sldId="258"/>
            <ac:picMk id="32" creationId="{76358EE9-BA0B-7DEF-A66F-662CF4468266}"/>
          </ac:picMkLst>
        </pc:picChg>
        <pc:picChg chg="mod">
          <ac:chgData name="Lackey, Samuel" userId="6de39108-7e00-423c-a7f1-bb7fd751247a" providerId="ADAL" clId="{9D7AC26E-033F-468D-BB1B-D774793468AE}" dt="2026-04-20T00:14:52.379" v="411" actId="1035"/>
          <ac:picMkLst>
            <pc:docMk/>
            <pc:sldMk cId="0" sldId="258"/>
            <ac:picMk id="33" creationId="{4EE489F4-76CA-6F4B-AEDA-F79C88372AD3}"/>
          </ac:picMkLst>
        </pc:picChg>
        <pc:picChg chg="mod">
          <ac:chgData name="Lackey, Samuel" userId="6de39108-7e00-423c-a7f1-bb7fd751247a" providerId="ADAL" clId="{9D7AC26E-033F-468D-BB1B-D774793468AE}" dt="2026-04-19T19:11:04.957" v="88" actId="1036"/>
          <ac:picMkLst>
            <pc:docMk/>
            <pc:sldMk cId="0" sldId="258"/>
            <ac:picMk id="1026" creationId="{BDB89FED-EF28-C964-72AB-741C22909C6F}"/>
          </ac:picMkLst>
        </pc:picChg>
        <pc:picChg chg="mod">
          <ac:chgData name="Lackey, Samuel" userId="6de39108-7e00-423c-a7f1-bb7fd751247a" providerId="ADAL" clId="{9D7AC26E-033F-468D-BB1B-D774793468AE}" dt="2026-04-19T19:32:57.777" v="243" actId="1076"/>
          <ac:picMkLst>
            <pc:docMk/>
            <pc:sldMk cId="0" sldId="258"/>
            <ac:picMk id="1027" creationId="{C672CF33-0E4C-52E8-E26D-942350786794}"/>
          </ac:picMkLst>
        </pc:picChg>
      </pc:sldChg>
      <pc:sldMasterChg chg="addSp delSp modSp mod modSldLayout">
        <pc:chgData name="Lackey, Samuel" userId="6de39108-7e00-423c-a7f1-bb7fd751247a" providerId="ADAL" clId="{9D7AC26E-033F-468D-BB1B-D774793468AE}" dt="2026-04-19T19:10:57.573" v="84" actId="14100"/>
        <pc:sldMasterMkLst>
          <pc:docMk/>
          <pc:sldMasterMk cId="4080265480" sldId="2147483673"/>
        </pc:sldMasterMkLst>
        <pc:spChg chg="mod">
          <ac:chgData name="Lackey, Samuel" userId="6de39108-7e00-423c-a7f1-bb7fd751247a" providerId="ADAL" clId="{9D7AC26E-033F-468D-BB1B-D774793468AE}" dt="2026-04-19T19:10:57.573" v="84" actId="14100"/>
          <ac:spMkLst>
            <pc:docMk/>
            <pc:sldMasterMk cId="4080265480" sldId="2147483673"/>
            <ac:spMk id="6" creationId="{00000000-0000-0000-0000-000000000000}"/>
          </ac:spMkLst>
        </pc:spChg>
        <pc:spChg chg="add del mod">
          <ac:chgData name="Lackey, Samuel" userId="6de39108-7e00-423c-a7f1-bb7fd751247a" providerId="ADAL" clId="{9D7AC26E-033F-468D-BB1B-D774793468AE}" dt="2026-04-19T19:10:51.704" v="82" actId="478"/>
          <ac:spMkLst>
            <pc:docMk/>
            <pc:sldMasterMk cId="4080265480" sldId="2147483673"/>
            <ac:spMk id="7" creationId="{00000000-0000-0000-0000-000000000000}"/>
          </ac:spMkLst>
        </pc:spChg>
        <pc:spChg chg="mod">
          <ac:chgData name="Lackey, Samuel" userId="6de39108-7e00-423c-a7f1-bb7fd751247a" providerId="ADAL" clId="{9D7AC26E-033F-468D-BB1B-D774793468AE}" dt="2026-04-19T19:07:00.825" v="16" actId="207"/>
          <ac:spMkLst>
            <pc:docMk/>
            <pc:sldMasterMk cId="4080265480" sldId="2147483673"/>
            <ac:spMk id="8" creationId="{00000000-0000-0000-0000-000000000000}"/>
          </ac:spMkLst>
        </pc:spChg>
        <pc:picChg chg="add mod">
          <ac:chgData name="Lackey, Samuel" userId="6de39108-7e00-423c-a7f1-bb7fd751247a" providerId="ADAL" clId="{9D7AC26E-033F-468D-BB1B-D774793468AE}" dt="2026-04-19T19:06:44.228" v="13"/>
          <ac:picMkLst>
            <pc:docMk/>
            <pc:sldMasterMk cId="4080265480" sldId="2147483673"/>
            <ac:picMk id="2" creationId="{A0EF0C5B-C63F-7289-D2A1-1B5E65A7C2E0}"/>
          </ac:picMkLst>
        </pc:picChg>
        <pc:picChg chg="add del">
          <ac:chgData name="Lackey, Samuel" userId="6de39108-7e00-423c-a7f1-bb7fd751247a" providerId="ADAL" clId="{9D7AC26E-033F-468D-BB1B-D774793468AE}" dt="2026-04-19T19:06:43.941" v="12" actId="478"/>
          <ac:picMkLst>
            <pc:docMk/>
            <pc:sldMasterMk cId="4080265480" sldId="2147483673"/>
            <ac:picMk id="10" creationId="{00000000-0000-0000-0000-000000000000}"/>
          </ac:picMkLst>
        </pc:picChg>
        <pc:picChg chg="del">
          <ac:chgData name="Lackey, Samuel" userId="6de39108-7e00-423c-a7f1-bb7fd751247a" providerId="ADAL" clId="{9D7AC26E-033F-468D-BB1B-D774793468AE}" dt="2026-04-19T19:06:47.883" v="14" actId="478"/>
          <ac:picMkLst>
            <pc:docMk/>
            <pc:sldMasterMk cId="4080265480" sldId="2147483673"/>
            <ac:picMk id="11" creationId="{00000000-0000-0000-0000-000000000000}"/>
          </ac:picMkLst>
        </pc:picChg>
        <pc:picChg chg="add del">
          <ac:chgData name="Lackey, Samuel" userId="6de39108-7e00-423c-a7f1-bb7fd751247a" providerId="ADAL" clId="{9D7AC26E-033F-468D-BB1B-D774793468AE}" dt="2026-04-19T19:10:54.537" v="83" actId="478"/>
          <ac:picMkLst>
            <pc:docMk/>
            <pc:sldMasterMk cId="4080265480" sldId="2147483673"/>
            <ac:picMk id="12" creationId="{00000000-0000-0000-0000-000000000000}"/>
          </ac:picMkLst>
        </pc:picChg>
        <pc:picChg chg="del">
          <ac:chgData name="Lackey, Samuel" userId="6de39108-7e00-423c-a7f1-bb7fd751247a" providerId="ADAL" clId="{9D7AC26E-033F-468D-BB1B-D774793468AE}" dt="2026-04-19T19:06:35.273" v="9" actId="478"/>
          <ac:picMkLst>
            <pc:docMk/>
            <pc:sldMasterMk cId="4080265480" sldId="2147483673"/>
            <ac:picMk id="13" creationId="{00000000-0000-0000-0000-000000000000}"/>
          </ac:picMkLst>
        </pc:picChg>
        <pc:cxnChg chg="del">
          <ac:chgData name="Lackey, Samuel" userId="6de39108-7e00-423c-a7f1-bb7fd751247a" providerId="ADAL" clId="{9D7AC26E-033F-468D-BB1B-D774793468AE}" dt="2026-04-19T19:06:54.393" v="15" actId="478"/>
          <ac:cxnSpMkLst>
            <pc:docMk/>
            <pc:sldMasterMk cId="4080265480" sldId="2147483673"/>
            <ac:cxnSpMk id="9" creationId="{00000000-0000-0000-0000-000000000000}"/>
          </ac:cxnSpMkLst>
        </pc:cxnChg>
        <pc:sldLayoutChg chg="addSp delSp modSp mod">
          <pc:chgData name="Lackey, Samuel" userId="6de39108-7e00-423c-a7f1-bb7fd751247a" providerId="ADAL" clId="{9D7AC26E-033F-468D-BB1B-D774793468AE}" dt="2026-04-19T19:10:04.869" v="71" actId="108"/>
          <pc:sldLayoutMkLst>
            <pc:docMk/>
            <pc:sldMasterMk cId="4080265480" sldId="2147483673"/>
            <pc:sldLayoutMk cId="379136787" sldId="2147483674"/>
          </pc:sldLayoutMkLst>
          <pc:cxnChg chg="add del mod">
            <ac:chgData name="Lackey, Samuel" userId="6de39108-7e00-423c-a7f1-bb7fd751247a" providerId="ADAL" clId="{9D7AC26E-033F-468D-BB1B-D774793468AE}" dt="2026-04-19T19:09:53.590" v="69"/>
            <ac:cxnSpMkLst>
              <pc:docMk/>
              <pc:sldMasterMk cId="4080265480" sldId="2147483673"/>
              <pc:sldLayoutMk cId="379136787" sldId="2147483674"/>
              <ac:cxnSpMk id="16" creationId="{00000000-0000-0000-0000-000000000000}"/>
            </ac:cxnSpMkLst>
          </pc:cxnChg>
          <pc:cxnChg chg="mod">
            <ac:chgData name="Lackey, Samuel" userId="6de39108-7e00-423c-a7f1-bb7fd751247a" providerId="ADAL" clId="{9D7AC26E-033F-468D-BB1B-D774793468AE}" dt="2026-04-19T19:10:02.637" v="70" actId="108"/>
            <ac:cxnSpMkLst>
              <pc:docMk/>
              <pc:sldMasterMk cId="4080265480" sldId="2147483673"/>
              <pc:sldLayoutMk cId="379136787" sldId="2147483674"/>
              <ac:cxnSpMk id="18" creationId="{00000000-0000-0000-0000-000000000000}"/>
            </ac:cxnSpMkLst>
          </pc:cxnChg>
          <pc:cxnChg chg="mod">
            <ac:chgData name="Lackey, Samuel" userId="6de39108-7e00-423c-a7f1-bb7fd751247a" providerId="ADAL" clId="{9D7AC26E-033F-468D-BB1B-D774793468AE}" dt="2026-04-19T19:10:04.869" v="71" actId="108"/>
            <ac:cxnSpMkLst>
              <pc:docMk/>
              <pc:sldMasterMk cId="4080265480" sldId="2147483673"/>
              <pc:sldLayoutMk cId="379136787" sldId="2147483674"/>
              <ac:cxnSpMk id="19" creationId="{00000000-0000-0000-0000-000000000000}"/>
            </ac:cxnSpMkLst>
          </pc:cxnChg>
        </pc:sldLayoutChg>
      </pc:sldMasterChg>
    </pc:docChg>
  </pc:docChgLst>
  <pc:docChgLst>
    <pc:chgData name="Teele, Josh" userId="S::joshua.teele2004@tamu.edu::df6fa1b1-d5b1-4ac1-848b-b80e98ca3dc7" providerId="AD" clId="Web-{74FB11CB-5603-BAC0-926E-661EF5022443}"/>
    <pc:docChg chg="modSld">
      <pc:chgData name="Teele, Josh" userId="S::joshua.teele2004@tamu.edu::df6fa1b1-d5b1-4ac1-848b-b80e98ca3dc7" providerId="AD" clId="Web-{74FB11CB-5603-BAC0-926E-661EF5022443}" dt="2026-04-19T17:26:54.958" v="264" actId="20577"/>
      <pc:docMkLst>
        <pc:docMk/>
      </pc:docMkLst>
      <pc:sldChg chg="modSp">
        <pc:chgData name="Teele, Josh" userId="S::joshua.teele2004@tamu.edu::df6fa1b1-d5b1-4ac1-848b-b80e98ca3dc7" providerId="AD" clId="Web-{74FB11CB-5603-BAC0-926E-661EF5022443}" dt="2026-04-19T17:26:54.958" v="264" actId="20577"/>
        <pc:sldMkLst>
          <pc:docMk/>
          <pc:sldMk cId="0" sldId="258"/>
        </pc:sldMkLst>
        <pc:spChg chg="mod">
          <ac:chgData name="Teele, Josh" userId="S::joshua.teele2004@tamu.edu::df6fa1b1-d5b1-4ac1-848b-b80e98ca3dc7" providerId="AD" clId="Web-{74FB11CB-5603-BAC0-926E-661EF5022443}" dt="2026-04-19T17:26:54.958" v="264" actId="20577"/>
          <ac:spMkLst>
            <pc:docMk/>
            <pc:sldMk cId="0" sldId="258"/>
            <ac:spMk id="13" creationId="{40F8234C-058E-ADF9-7C6E-95C3CE15C371}"/>
          </ac:spMkLst>
        </pc:spChg>
      </pc:sldChg>
    </pc:docChg>
  </pc:docChgLst>
  <pc:docChgLst>
    <pc:chgData name="Teele, Josh" userId="S::joshua.teele2004@tamu.edu::df6fa1b1-d5b1-4ac1-848b-b80e98ca3dc7" providerId="AD" clId="Web-{10D061CB-0173-7B8E-CBA3-15FC2FAF2104}"/>
    <pc:docChg chg="modSld">
      <pc:chgData name="Teele, Josh" userId="S::joshua.teele2004@tamu.edu::df6fa1b1-d5b1-4ac1-848b-b80e98ca3dc7" providerId="AD" clId="Web-{10D061CB-0173-7B8E-CBA3-15FC2FAF2104}" dt="2026-04-19T19:04:42.659" v="8" actId="1076"/>
      <pc:docMkLst>
        <pc:docMk/>
      </pc:docMkLst>
      <pc:sldChg chg="addSp modSp">
        <pc:chgData name="Teele, Josh" userId="S::joshua.teele2004@tamu.edu::df6fa1b1-d5b1-4ac1-848b-b80e98ca3dc7" providerId="AD" clId="Web-{10D061CB-0173-7B8E-CBA3-15FC2FAF2104}" dt="2026-04-19T19:04:42.659" v="8" actId="1076"/>
        <pc:sldMkLst>
          <pc:docMk/>
          <pc:sldMk cId="0" sldId="258"/>
        </pc:sldMkLst>
        <pc:spChg chg="mod">
          <ac:chgData name="Teele, Josh" userId="S::joshua.teele2004@tamu.edu::df6fa1b1-d5b1-4ac1-848b-b80e98ca3dc7" providerId="AD" clId="Web-{10D061CB-0173-7B8E-CBA3-15FC2FAF2104}" dt="2026-04-19T19:04:28.300" v="6" actId="1076"/>
          <ac:spMkLst>
            <pc:docMk/>
            <pc:sldMk cId="0" sldId="258"/>
            <ac:spMk id="28" creationId="{5CF97230-9F52-7F3D-1D8A-DAF62BF37F11}"/>
          </ac:spMkLst>
        </pc:spChg>
        <pc:picChg chg="add mod">
          <ac:chgData name="Teele, Josh" userId="S::joshua.teele2004@tamu.edu::df6fa1b1-d5b1-4ac1-848b-b80e98ca3dc7" providerId="AD" clId="Web-{10D061CB-0173-7B8E-CBA3-15FC2FAF2104}" dt="2026-04-19T19:04:42.659" v="8" actId="1076"/>
          <ac:picMkLst>
            <pc:docMk/>
            <pc:sldMk cId="0" sldId="258"/>
            <ac:picMk id="8" creationId="{96A529B1-F168-7EE4-DAF9-C427445EDB53}"/>
          </ac:picMkLst>
        </pc:picChg>
        <pc:picChg chg="mod">
          <ac:chgData name="Teele, Josh" userId="S::joshua.teele2004@tamu.edu::df6fa1b1-d5b1-4ac1-848b-b80e98ca3dc7" providerId="AD" clId="Web-{10D061CB-0173-7B8E-CBA3-15FC2FAF2104}" dt="2026-04-19T19:03:06.379" v="2" actId="1076"/>
          <ac:picMkLst>
            <pc:docMk/>
            <pc:sldMk cId="0" sldId="258"/>
            <ac:picMk id="1028" creationId="{C49A126E-1ECA-B62A-D0F4-5E1E319CFC6F}"/>
          </ac:picMkLst>
        </pc:picChg>
      </pc:sldChg>
    </pc:docChg>
  </pc:docChgLst>
  <pc:docChgLst>
    <pc:chgData name="Lackey, Samuel" userId="6de39108-7e00-423c-a7f1-bb7fd751247a" providerId="ADAL" clId="{432DA9FE-EC45-439D-A643-63B72647916D}"/>
    <pc:docChg chg="undo custSel modSld">
      <pc:chgData name="Lackey, Samuel" userId="6de39108-7e00-423c-a7f1-bb7fd751247a" providerId="ADAL" clId="{432DA9FE-EC45-439D-A643-63B72647916D}" dt="2026-04-20T17:38:19.896" v="47" actId="1076"/>
      <pc:docMkLst>
        <pc:docMk/>
      </pc:docMkLst>
      <pc:sldChg chg="modSp mod">
        <pc:chgData name="Lackey, Samuel" userId="6de39108-7e00-423c-a7f1-bb7fd751247a" providerId="ADAL" clId="{432DA9FE-EC45-439D-A643-63B72647916D}" dt="2026-04-20T17:38:19.896" v="47" actId="1076"/>
        <pc:sldMkLst>
          <pc:docMk/>
          <pc:sldMk cId="0" sldId="258"/>
        </pc:sldMkLst>
        <pc:spChg chg="mod">
          <ac:chgData name="Lackey, Samuel" userId="6de39108-7e00-423c-a7f1-bb7fd751247a" providerId="ADAL" clId="{432DA9FE-EC45-439D-A643-63B72647916D}" dt="2026-04-20T17:38:19.896" v="47" actId="1076"/>
          <ac:spMkLst>
            <pc:docMk/>
            <pc:sldMk cId="0" sldId="258"/>
            <ac:spMk id="2" creationId="{20C84F73-BDF0-797B-0851-3C1AC35F2D29}"/>
          </ac:spMkLst>
        </pc:spChg>
        <pc:spChg chg="mod">
          <ac:chgData name="Lackey, Samuel" userId="6de39108-7e00-423c-a7f1-bb7fd751247a" providerId="ADAL" clId="{432DA9FE-EC45-439D-A643-63B72647916D}" dt="2026-04-20T17:38:12.018" v="46" actId="1076"/>
          <ac:spMkLst>
            <pc:docMk/>
            <pc:sldMk cId="0" sldId="258"/>
            <ac:spMk id="60" creationId="{227FFF0A-111F-0999-8C82-192DE32560B4}"/>
          </ac:spMkLst>
        </pc:spChg>
        <pc:spChg chg="mod">
          <ac:chgData name="Lackey, Samuel" userId="6de39108-7e00-423c-a7f1-bb7fd751247a" providerId="ADAL" clId="{432DA9FE-EC45-439D-A643-63B72647916D}" dt="2026-04-20T17:37:42.898" v="42" actId="688"/>
          <ac:spMkLst>
            <pc:docMk/>
            <pc:sldMk cId="0" sldId="258"/>
            <ac:spMk id="1040" creationId="{0CC14AD5-F836-401D-A086-6EF01CE35C26}"/>
          </ac:spMkLst>
        </pc:spChg>
        <pc:spChg chg="mod">
          <ac:chgData name="Lackey, Samuel" userId="6de39108-7e00-423c-a7f1-bb7fd751247a" providerId="ADAL" clId="{432DA9FE-EC45-439D-A643-63B72647916D}" dt="2026-04-20T17:37:41.224" v="41" actId="1076"/>
          <ac:spMkLst>
            <pc:docMk/>
            <pc:sldMk cId="0" sldId="258"/>
            <ac:spMk id="1043" creationId="{DF8F3542-9DF6-A70E-28E8-BD2A40AFA201}"/>
          </ac:spMkLst>
        </pc:spChg>
        <pc:picChg chg="mod">
          <ac:chgData name="Lackey, Samuel" userId="6de39108-7e00-423c-a7f1-bb7fd751247a" providerId="ADAL" clId="{432DA9FE-EC45-439D-A643-63B72647916D}" dt="2026-04-20T17:33:15.521" v="3" actId="1076"/>
          <ac:picMkLst>
            <pc:docMk/>
            <pc:sldMk cId="0" sldId="258"/>
            <ac:picMk id="1026" creationId="{BDB89FED-EF28-C964-72AB-741C22909C6F}"/>
          </ac:picMkLst>
        </pc:picChg>
        <pc:picChg chg="mod">
          <ac:chgData name="Lackey, Samuel" userId="6de39108-7e00-423c-a7f1-bb7fd751247a" providerId="ADAL" clId="{432DA9FE-EC45-439D-A643-63B72647916D}" dt="2026-04-20T17:37:45.448" v="43" actId="1076"/>
          <ac:picMkLst>
            <pc:docMk/>
            <pc:sldMk cId="0" sldId="258"/>
            <ac:picMk id="1036" creationId="{8A38036B-D184-68E5-43F5-FA77DB8A6A21}"/>
          </ac:picMkLst>
        </pc:picChg>
      </pc:sldChg>
    </pc:docChg>
  </pc:docChgLst>
  <pc:docChgLst>
    <pc:chgData name="Kettler, Lucas" userId="0fed46a1-6364-4da2-aae4-68fc89679060" providerId="ADAL" clId="{96759CDF-AEF4-4746-8852-487C4E0C2639}"/>
    <pc:docChg chg="custSel modSld">
      <pc:chgData name="Kettler, Lucas" userId="0fed46a1-6364-4da2-aae4-68fc89679060" providerId="ADAL" clId="{96759CDF-AEF4-4746-8852-487C4E0C2639}" dt="2026-04-19T22:30:50.725" v="304" actId="1076"/>
      <pc:docMkLst>
        <pc:docMk/>
      </pc:docMkLst>
      <pc:sldChg chg="addSp delSp modSp mod">
        <pc:chgData name="Kettler, Lucas" userId="0fed46a1-6364-4da2-aae4-68fc89679060" providerId="ADAL" clId="{96759CDF-AEF4-4746-8852-487C4E0C2639}" dt="2026-04-19T22:30:50.725" v="304" actId="1076"/>
        <pc:sldMkLst>
          <pc:docMk/>
          <pc:sldMk cId="0" sldId="258"/>
        </pc:sldMkLst>
        <pc:spChg chg="add del mod">
          <ac:chgData name="Kettler, Lucas" userId="0fed46a1-6364-4da2-aae4-68fc89679060" providerId="ADAL" clId="{96759CDF-AEF4-4746-8852-487C4E0C2639}" dt="2026-04-19T22:09:34.476" v="3"/>
          <ac:spMkLst>
            <pc:docMk/>
            <pc:sldMk cId="0" sldId="258"/>
            <ac:spMk id="4" creationId="{EA4AF409-9B72-7992-467F-F9397E793816}"/>
          </ac:spMkLst>
        </pc:spChg>
        <pc:spChg chg="add del mod">
          <ac:chgData name="Kettler, Lucas" userId="0fed46a1-6364-4da2-aae4-68fc89679060" providerId="ADAL" clId="{96759CDF-AEF4-4746-8852-487C4E0C2639}" dt="2026-04-19T22:11:59.580" v="10"/>
          <ac:spMkLst>
            <pc:docMk/>
            <pc:sldMk cId="0" sldId="258"/>
            <ac:spMk id="11" creationId="{458A8A5A-9B87-B74A-3110-5DBE4F85AC66}"/>
          </ac:spMkLst>
        </pc:spChg>
        <pc:spChg chg="add del mod">
          <ac:chgData name="Kettler, Lucas" userId="0fed46a1-6364-4da2-aae4-68fc89679060" providerId="ADAL" clId="{96759CDF-AEF4-4746-8852-487C4E0C2639}" dt="2026-04-19T22:11:59.580" v="12"/>
          <ac:spMkLst>
            <pc:docMk/>
            <pc:sldMk cId="0" sldId="258"/>
            <ac:spMk id="12" creationId="{5509B99D-5572-52C7-C442-9421290F4930}"/>
          </ac:spMkLst>
        </pc:spChg>
        <pc:spChg chg="add mod">
          <ac:chgData name="Kettler, Lucas" userId="0fed46a1-6364-4da2-aae4-68fc89679060" providerId="ADAL" clId="{96759CDF-AEF4-4746-8852-487C4E0C2639}" dt="2026-04-19T22:28:45.606" v="283" actId="1076"/>
          <ac:spMkLst>
            <pc:docMk/>
            <pc:sldMk cId="0" sldId="258"/>
            <ac:spMk id="17" creationId="{60B74B3D-29EC-5A76-5FE2-5182FD244D33}"/>
          </ac:spMkLst>
        </pc:spChg>
        <pc:spChg chg="mod">
          <ac:chgData name="Kettler, Lucas" userId="0fed46a1-6364-4da2-aae4-68fc89679060" providerId="ADAL" clId="{96759CDF-AEF4-4746-8852-487C4E0C2639}" dt="2026-04-19T22:28:35.624" v="281" actId="1076"/>
          <ac:spMkLst>
            <pc:docMk/>
            <pc:sldMk cId="0" sldId="258"/>
            <ac:spMk id="58" creationId="{3AB005CB-6BD3-E2E3-5AAE-4D30AD1650D7}"/>
          </ac:spMkLst>
        </pc:spChg>
        <pc:picChg chg="add mod">
          <ac:chgData name="Kettler, Lucas" userId="0fed46a1-6364-4da2-aae4-68fc89679060" providerId="ADAL" clId="{96759CDF-AEF4-4746-8852-487C4E0C2639}" dt="2026-04-19T22:30:50.725" v="304" actId="1076"/>
          <ac:picMkLst>
            <pc:docMk/>
            <pc:sldMk cId="0" sldId="258"/>
            <ac:picMk id="14" creationId="{EC037432-F358-717F-9265-A261F4C1BD02}"/>
          </ac:picMkLst>
        </pc:picChg>
        <pc:picChg chg="add del mod">
          <ac:chgData name="Kettler, Lucas" userId="0fed46a1-6364-4da2-aae4-68fc89679060" providerId="ADAL" clId="{96759CDF-AEF4-4746-8852-487C4E0C2639}" dt="2026-04-19T22:16:08.663" v="18" actId="478"/>
          <ac:picMkLst>
            <pc:docMk/>
            <pc:sldMk cId="0" sldId="258"/>
            <ac:picMk id="15" creationId="{BFE2968C-5F74-27B9-5717-A6A91A294AD7}"/>
          </ac:picMkLst>
        </pc:picChg>
        <pc:picChg chg="add del mod">
          <ac:chgData name="Kettler, Lucas" userId="0fed46a1-6364-4da2-aae4-68fc89679060" providerId="ADAL" clId="{96759CDF-AEF4-4746-8852-487C4E0C2639}" dt="2026-04-19T22:16:47.990" v="21" actId="478"/>
          <ac:picMkLst>
            <pc:docMk/>
            <pc:sldMk cId="0" sldId="258"/>
            <ac:picMk id="16" creationId="{FA92831C-ED7B-26AF-90A7-B596A6C69F5E}"/>
          </ac:picMkLst>
        </pc:picChg>
        <pc:picChg chg="add mod">
          <ac:chgData name="Kettler, Lucas" userId="0fed46a1-6364-4da2-aae4-68fc89679060" providerId="ADAL" clId="{96759CDF-AEF4-4746-8852-487C4E0C2639}" dt="2026-04-19T22:30:32.750" v="303" actId="1076"/>
          <ac:picMkLst>
            <pc:docMk/>
            <pc:sldMk cId="0" sldId="258"/>
            <ac:picMk id="18" creationId="{C91CB27F-3A6A-B711-C875-B6F45CF0E4F0}"/>
          </ac:picMkLst>
        </pc:picChg>
        <pc:picChg chg="del">
          <ac:chgData name="Kettler, Lucas" userId="0fed46a1-6364-4da2-aae4-68fc89679060" providerId="ADAL" clId="{96759CDF-AEF4-4746-8852-487C4E0C2639}" dt="2026-04-19T22:11:31.947" v="4" actId="478"/>
          <ac:picMkLst>
            <pc:docMk/>
            <pc:sldMk cId="0" sldId="258"/>
            <ac:picMk id="1027" creationId="{C672CF33-0E4C-52E8-E26D-942350786794}"/>
          </ac:picMkLst>
        </pc:picChg>
        <pc:picChg chg="add mod">
          <ac:chgData name="Kettler, Lucas" userId="0fed46a1-6364-4da2-aae4-68fc89679060" providerId="ADAL" clId="{96759CDF-AEF4-4746-8852-487C4E0C2639}" dt="2026-04-19T22:30:27.606" v="301" actId="1076"/>
          <ac:picMkLst>
            <pc:docMk/>
            <pc:sldMk cId="0" sldId="258"/>
            <ac:picMk id="1032" creationId="{A2F9EE30-2E29-D38C-6452-5D2438377CDD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/>
              <a:t>Distance Traveled w/o Obstacles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Distance Expected (6ft)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Sheet1!$B$3:$B$12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Sheet1!$C$3:$C$12</c:f>
              <c:numCache>
                <c:formatCode>General</c:formatCode>
                <c:ptCount val="10"/>
                <c:pt idx="0">
                  <c:v>72</c:v>
                </c:pt>
                <c:pt idx="1">
                  <c:v>72</c:v>
                </c:pt>
                <c:pt idx="2">
                  <c:v>72</c:v>
                </c:pt>
                <c:pt idx="3">
                  <c:v>72</c:v>
                </c:pt>
                <c:pt idx="4">
                  <c:v>72</c:v>
                </c:pt>
                <c:pt idx="5">
                  <c:v>72</c:v>
                </c:pt>
                <c:pt idx="6">
                  <c:v>72</c:v>
                </c:pt>
                <c:pt idx="7">
                  <c:v>72</c:v>
                </c:pt>
                <c:pt idx="8">
                  <c:v>72</c:v>
                </c:pt>
                <c:pt idx="9">
                  <c:v>72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E3A-4094-A300-40DEB3F0F91C}"/>
            </c:ext>
          </c:extLst>
        </c:ser>
        <c:ser>
          <c:idx val="1"/>
          <c:order val="1"/>
          <c:tx>
            <c:v>Distance Traveled (6 ft)</c:v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Sheet1!$B$3:$B$12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Sheet1!$D$3:$D$12</c:f>
              <c:numCache>
                <c:formatCode>General</c:formatCode>
                <c:ptCount val="10"/>
                <c:pt idx="0">
                  <c:v>72</c:v>
                </c:pt>
                <c:pt idx="1">
                  <c:v>72</c:v>
                </c:pt>
                <c:pt idx="2">
                  <c:v>72</c:v>
                </c:pt>
                <c:pt idx="3">
                  <c:v>72</c:v>
                </c:pt>
                <c:pt idx="4">
                  <c:v>72</c:v>
                </c:pt>
                <c:pt idx="5">
                  <c:v>72</c:v>
                </c:pt>
                <c:pt idx="6">
                  <c:v>72</c:v>
                </c:pt>
                <c:pt idx="7">
                  <c:v>72</c:v>
                </c:pt>
                <c:pt idx="8">
                  <c:v>72</c:v>
                </c:pt>
                <c:pt idx="9">
                  <c:v>72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E3A-4094-A300-40DEB3F0F91C}"/>
            </c:ext>
          </c:extLst>
        </c:ser>
        <c:ser>
          <c:idx val="2"/>
          <c:order val="2"/>
          <c:tx>
            <c:v>Distance Expected (12 ft)</c:v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Sheet1!$B$14:$B$23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Sheet1!$C$14:$C$23</c:f>
              <c:numCache>
                <c:formatCode>General</c:formatCode>
                <c:ptCount val="10"/>
                <c:pt idx="0">
                  <c:v>144</c:v>
                </c:pt>
                <c:pt idx="1">
                  <c:v>144</c:v>
                </c:pt>
                <c:pt idx="2">
                  <c:v>144</c:v>
                </c:pt>
                <c:pt idx="3">
                  <c:v>144</c:v>
                </c:pt>
                <c:pt idx="4">
                  <c:v>144</c:v>
                </c:pt>
                <c:pt idx="5">
                  <c:v>144</c:v>
                </c:pt>
                <c:pt idx="6">
                  <c:v>144</c:v>
                </c:pt>
                <c:pt idx="7">
                  <c:v>144</c:v>
                </c:pt>
                <c:pt idx="8">
                  <c:v>144</c:v>
                </c:pt>
                <c:pt idx="9">
                  <c:v>144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8E3A-4094-A300-40DEB3F0F91C}"/>
            </c:ext>
          </c:extLst>
        </c:ser>
        <c:ser>
          <c:idx val="3"/>
          <c:order val="3"/>
          <c:tx>
            <c:v>Distance Traveled (12 ft)</c:v>
          </c:tx>
          <c:spPr>
            <a:ln w="444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Sheet1!$B$14:$B$23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Sheet1!$D$14:$D$23</c:f>
              <c:numCache>
                <c:formatCode>General</c:formatCode>
                <c:ptCount val="10"/>
                <c:pt idx="0">
                  <c:v>144</c:v>
                </c:pt>
                <c:pt idx="1">
                  <c:v>144</c:v>
                </c:pt>
                <c:pt idx="2">
                  <c:v>142</c:v>
                </c:pt>
                <c:pt idx="3">
                  <c:v>144</c:v>
                </c:pt>
                <c:pt idx="4">
                  <c:v>142.5</c:v>
                </c:pt>
                <c:pt idx="5">
                  <c:v>144</c:v>
                </c:pt>
                <c:pt idx="6">
                  <c:v>144</c:v>
                </c:pt>
                <c:pt idx="7">
                  <c:v>144</c:v>
                </c:pt>
                <c:pt idx="8">
                  <c:v>144</c:v>
                </c:pt>
                <c:pt idx="9">
                  <c:v>144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8E3A-4094-A300-40DEB3F0F91C}"/>
            </c:ext>
          </c:extLst>
        </c:ser>
        <c:ser>
          <c:idx val="4"/>
          <c:order val="4"/>
          <c:tx>
            <c:v>Distance Expected (20 ft)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Sheet1!$B$25:$B$34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Sheet1!$C$25:$C$34</c:f>
              <c:numCache>
                <c:formatCode>General</c:formatCode>
                <c:ptCount val="10"/>
                <c:pt idx="0">
                  <c:v>240</c:v>
                </c:pt>
                <c:pt idx="1">
                  <c:v>240</c:v>
                </c:pt>
                <c:pt idx="2">
                  <c:v>240</c:v>
                </c:pt>
                <c:pt idx="3">
                  <c:v>240</c:v>
                </c:pt>
                <c:pt idx="4">
                  <c:v>240</c:v>
                </c:pt>
                <c:pt idx="5">
                  <c:v>240</c:v>
                </c:pt>
                <c:pt idx="6">
                  <c:v>240</c:v>
                </c:pt>
                <c:pt idx="7">
                  <c:v>240</c:v>
                </c:pt>
                <c:pt idx="8">
                  <c:v>240</c:v>
                </c:pt>
                <c:pt idx="9">
                  <c:v>240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8E3A-4094-A300-40DEB3F0F91C}"/>
            </c:ext>
          </c:extLst>
        </c:ser>
        <c:ser>
          <c:idx val="5"/>
          <c:order val="5"/>
          <c:tx>
            <c:v>Distance Traveled (20 ft)</c:v>
          </c:tx>
          <c:spPr>
            <a:ln w="444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Sheet1!$B$25:$B$34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Sheet1!$D$25:$D$34</c:f>
              <c:numCache>
                <c:formatCode>General</c:formatCode>
                <c:ptCount val="10"/>
                <c:pt idx="0">
                  <c:v>240</c:v>
                </c:pt>
                <c:pt idx="1">
                  <c:v>240</c:v>
                </c:pt>
                <c:pt idx="2">
                  <c:v>240</c:v>
                </c:pt>
                <c:pt idx="3">
                  <c:v>240</c:v>
                </c:pt>
                <c:pt idx="4">
                  <c:v>240.5</c:v>
                </c:pt>
                <c:pt idx="5">
                  <c:v>240</c:v>
                </c:pt>
                <c:pt idx="6">
                  <c:v>240</c:v>
                </c:pt>
                <c:pt idx="7">
                  <c:v>241</c:v>
                </c:pt>
                <c:pt idx="8">
                  <c:v>238</c:v>
                </c:pt>
                <c:pt idx="9">
                  <c:v>240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8E3A-4094-A300-40DEB3F0F9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95905647"/>
        <c:axId val="795900847"/>
      </c:scatterChart>
      <c:valAx>
        <c:axId val="795905647"/>
        <c:scaling>
          <c:orientation val="minMax"/>
          <c:max val="1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Trial</a:t>
                </a:r>
                <a:r>
                  <a:rPr lang="en-US" baseline="0"/>
                  <a:t> #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5900847"/>
        <c:crosses val="autoZero"/>
        <c:crossBetween val="midCat"/>
      </c:valAx>
      <c:valAx>
        <c:axId val="795900847"/>
        <c:scaling>
          <c:orientation val="minMax"/>
          <c:max val="2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/>
                  <a:t>Distance</a:t>
                </a:r>
                <a:r>
                  <a:rPr lang="en-US" sz="1600" baseline="0"/>
                  <a:t> (In)</a:t>
                </a:r>
                <a:endParaRPr lang="en-US" sz="16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590564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2.5935578644442965E-2"/>
          <c:y val="0.6708726765801617"/>
          <c:w val="0.9445941356653611"/>
          <c:h val="0.2678441588506828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/>
              <a:t>Distance Traveled w/ Obstacles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Distance Expected (6 ft)</c:v>
          </c:tx>
          <c:spPr>
            <a:ln w="444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Sheet2!$B$3:$B$12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Sheet2!$C$3:$C$12</c:f>
              <c:numCache>
                <c:formatCode>General</c:formatCode>
                <c:ptCount val="10"/>
                <c:pt idx="0">
                  <c:v>72</c:v>
                </c:pt>
                <c:pt idx="1">
                  <c:v>72</c:v>
                </c:pt>
                <c:pt idx="2">
                  <c:v>72</c:v>
                </c:pt>
                <c:pt idx="3">
                  <c:v>72</c:v>
                </c:pt>
                <c:pt idx="4">
                  <c:v>72</c:v>
                </c:pt>
                <c:pt idx="5">
                  <c:v>72</c:v>
                </c:pt>
                <c:pt idx="6">
                  <c:v>72</c:v>
                </c:pt>
                <c:pt idx="7">
                  <c:v>72</c:v>
                </c:pt>
                <c:pt idx="8">
                  <c:v>72</c:v>
                </c:pt>
                <c:pt idx="9">
                  <c:v>72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AF2-4A4A-B14D-09DB839C1E22}"/>
            </c:ext>
          </c:extLst>
        </c:ser>
        <c:ser>
          <c:idx val="1"/>
          <c:order val="1"/>
          <c:tx>
            <c:v>Distance Traveled (6 ft)</c:v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Sheet2!$B$3:$B$12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Sheet2!$D$3:$D$12</c:f>
              <c:numCache>
                <c:formatCode>General</c:formatCode>
                <c:ptCount val="10"/>
                <c:pt idx="0">
                  <c:v>72</c:v>
                </c:pt>
                <c:pt idx="1">
                  <c:v>72</c:v>
                </c:pt>
                <c:pt idx="2">
                  <c:v>72</c:v>
                </c:pt>
                <c:pt idx="3">
                  <c:v>72</c:v>
                </c:pt>
                <c:pt idx="4">
                  <c:v>72</c:v>
                </c:pt>
                <c:pt idx="5">
                  <c:v>74</c:v>
                </c:pt>
                <c:pt idx="6">
                  <c:v>72</c:v>
                </c:pt>
                <c:pt idx="7">
                  <c:v>72</c:v>
                </c:pt>
                <c:pt idx="8">
                  <c:v>72</c:v>
                </c:pt>
                <c:pt idx="9">
                  <c:v>72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AF2-4A4A-B14D-09DB839C1E22}"/>
            </c:ext>
          </c:extLst>
        </c:ser>
        <c:ser>
          <c:idx val="2"/>
          <c:order val="2"/>
          <c:tx>
            <c:v>Distance Expected (12 ft)</c:v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Sheet2!$B$14:$B$23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Sheet2!$C$14:$C$23</c:f>
              <c:numCache>
                <c:formatCode>General</c:formatCode>
                <c:ptCount val="10"/>
                <c:pt idx="0">
                  <c:v>144</c:v>
                </c:pt>
                <c:pt idx="1">
                  <c:v>144</c:v>
                </c:pt>
                <c:pt idx="2">
                  <c:v>144</c:v>
                </c:pt>
                <c:pt idx="3">
                  <c:v>144</c:v>
                </c:pt>
                <c:pt idx="4">
                  <c:v>144</c:v>
                </c:pt>
                <c:pt idx="5">
                  <c:v>144</c:v>
                </c:pt>
                <c:pt idx="6">
                  <c:v>144</c:v>
                </c:pt>
                <c:pt idx="7">
                  <c:v>144</c:v>
                </c:pt>
                <c:pt idx="8">
                  <c:v>144</c:v>
                </c:pt>
                <c:pt idx="9">
                  <c:v>144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9AF2-4A4A-B14D-09DB839C1E22}"/>
            </c:ext>
          </c:extLst>
        </c:ser>
        <c:ser>
          <c:idx val="3"/>
          <c:order val="3"/>
          <c:tx>
            <c:v>Distance Traveled (12 ft)</c:v>
          </c:tx>
          <c:spPr>
            <a:ln w="444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Sheet2!$B$14:$B$23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Sheet2!$D$14:$D$23</c:f>
              <c:numCache>
                <c:formatCode>General</c:formatCode>
                <c:ptCount val="10"/>
                <c:pt idx="0">
                  <c:v>144</c:v>
                </c:pt>
                <c:pt idx="1">
                  <c:v>138</c:v>
                </c:pt>
                <c:pt idx="2">
                  <c:v>144</c:v>
                </c:pt>
                <c:pt idx="3">
                  <c:v>144</c:v>
                </c:pt>
                <c:pt idx="4">
                  <c:v>144</c:v>
                </c:pt>
                <c:pt idx="5">
                  <c:v>144</c:v>
                </c:pt>
                <c:pt idx="6">
                  <c:v>144</c:v>
                </c:pt>
                <c:pt idx="7">
                  <c:v>144</c:v>
                </c:pt>
                <c:pt idx="8">
                  <c:v>142</c:v>
                </c:pt>
                <c:pt idx="9">
                  <c:v>144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9AF2-4A4A-B14D-09DB839C1E22}"/>
            </c:ext>
          </c:extLst>
        </c:ser>
        <c:ser>
          <c:idx val="4"/>
          <c:order val="4"/>
          <c:tx>
            <c:v>Distance Expected (20 ft)</c:v>
          </c:tx>
          <c:spPr>
            <a:ln w="444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Sheet2!$B$25:$B$34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Sheet2!$C$25:$C$34</c:f>
              <c:numCache>
                <c:formatCode>General</c:formatCode>
                <c:ptCount val="10"/>
                <c:pt idx="0">
                  <c:v>240</c:v>
                </c:pt>
                <c:pt idx="1">
                  <c:v>240</c:v>
                </c:pt>
                <c:pt idx="2">
                  <c:v>240</c:v>
                </c:pt>
                <c:pt idx="3">
                  <c:v>240</c:v>
                </c:pt>
                <c:pt idx="4">
                  <c:v>240</c:v>
                </c:pt>
                <c:pt idx="5">
                  <c:v>240</c:v>
                </c:pt>
                <c:pt idx="6">
                  <c:v>240</c:v>
                </c:pt>
                <c:pt idx="7">
                  <c:v>240</c:v>
                </c:pt>
                <c:pt idx="8">
                  <c:v>240</c:v>
                </c:pt>
                <c:pt idx="9">
                  <c:v>240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9AF2-4A4A-B14D-09DB839C1E22}"/>
            </c:ext>
          </c:extLst>
        </c:ser>
        <c:ser>
          <c:idx val="5"/>
          <c:order val="5"/>
          <c:tx>
            <c:v>Distance Traveled (20 ft)</c:v>
          </c:tx>
          <c:spPr>
            <a:ln w="444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0">
                <a:solidFill>
                  <a:schemeClr val="accent6"/>
                </a:solidFill>
              </a:ln>
              <a:effectLst/>
            </c:spPr>
          </c:marker>
          <c:xVal>
            <c:numRef>
              <c:f>Sheet2!$B$25:$B$34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Sheet2!$D$25:$D$34</c:f>
              <c:numCache>
                <c:formatCode>General</c:formatCode>
                <c:ptCount val="10"/>
                <c:pt idx="0">
                  <c:v>240</c:v>
                </c:pt>
                <c:pt idx="1">
                  <c:v>236</c:v>
                </c:pt>
                <c:pt idx="2">
                  <c:v>240</c:v>
                </c:pt>
                <c:pt idx="3">
                  <c:v>240</c:v>
                </c:pt>
                <c:pt idx="4">
                  <c:v>240</c:v>
                </c:pt>
                <c:pt idx="5">
                  <c:v>240</c:v>
                </c:pt>
                <c:pt idx="6">
                  <c:v>241</c:v>
                </c:pt>
                <c:pt idx="7">
                  <c:v>240</c:v>
                </c:pt>
                <c:pt idx="8">
                  <c:v>242</c:v>
                </c:pt>
                <c:pt idx="9">
                  <c:v>239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9AF2-4A4A-B14D-09DB839C1E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95934447"/>
        <c:axId val="795941167"/>
      </c:scatterChart>
      <c:valAx>
        <c:axId val="795934447"/>
        <c:scaling>
          <c:orientation val="minMax"/>
          <c:max val="1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Trial</a:t>
                </a:r>
                <a:r>
                  <a:rPr lang="en-US" baseline="0"/>
                  <a:t> #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5941167"/>
        <c:crosses val="autoZero"/>
        <c:crossBetween val="midCat"/>
      </c:valAx>
      <c:valAx>
        <c:axId val="7959411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/>
                  <a:t>Distance</a:t>
                </a:r>
                <a:r>
                  <a:rPr lang="en-US" sz="1600" baseline="0"/>
                  <a:t> (In)</a:t>
                </a:r>
                <a:endParaRPr lang="en-US" sz="16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593444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452602799650044E-2"/>
          <c:y val="0.70312335958005256"/>
          <c:w val="0.93039238845144356"/>
          <c:h val="0.227432195975503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D74D9-2971-4639-A2BA-62AC2EAD7D6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C9D5A-9AF5-46CE-A788-839C5739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9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Image" userDrawn="1">
  <p:cSld name="Background Imag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00635-289E-076E-9D06-3D51E55BC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457200"/>
            <a:ext cx="28346400" cy="4572000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09DCF-C144-A02A-B70B-520E68358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6590021"/>
            <a:ext cx="9829800" cy="24003000"/>
          </a:xfrm>
          <a:prstGeom prst="rect">
            <a:avLst/>
          </a:prstGeom>
        </p:spPr>
        <p:txBody>
          <a:bodyPr/>
          <a:lstStyle>
            <a:lvl1pPr>
              <a:defRPr sz="4800" b="1" u="sng">
                <a:solidFill>
                  <a:srgbClr val="5D0025"/>
                </a:solidFill>
              </a:defRPr>
            </a:lvl1pPr>
            <a:lvl2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6858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0287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13716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Google Shape;16;p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201400" y="6400800"/>
            <a:ext cx="0" cy="24886364"/>
          </a:xfrm>
          <a:prstGeom prst="straightConnector1">
            <a:avLst/>
          </a:prstGeom>
          <a:noFill/>
          <a:ln w="76200" cap="flat" cmpd="tri">
            <a:solidFill>
              <a:srgbClr val="50000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3DABD1C-2FA8-784F-DA86-E21A70E7DC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658600" y="6590020"/>
            <a:ext cx="9829800" cy="24003000"/>
          </a:xfrm>
          <a:prstGeom prst="rect">
            <a:avLst/>
          </a:prstGeom>
        </p:spPr>
        <p:txBody>
          <a:bodyPr/>
          <a:lstStyle>
            <a:lvl1pPr>
              <a:defRPr sz="4800" b="1" u="sng">
                <a:solidFill>
                  <a:srgbClr val="5D0025"/>
                </a:solidFill>
              </a:defRPr>
            </a:lvl1pPr>
            <a:lvl2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6858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0287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13716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8" name="Google Shape;18;p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945600" y="6400800"/>
            <a:ext cx="0" cy="24917400"/>
          </a:xfrm>
          <a:prstGeom prst="straightConnector1">
            <a:avLst/>
          </a:prstGeom>
          <a:noFill/>
          <a:ln w="76200" cap="flat" cmpd="tri">
            <a:solidFill>
              <a:srgbClr val="50000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8C6510D-223A-FF81-C91F-75B1479C48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402800" y="6590020"/>
            <a:ext cx="9829800" cy="24003000"/>
          </a:xfrm>
          <a:prstGeom prst="rect">
            <a:avLst/>
          </a:prstGeom>
        </p:spPr>
        <p:txBody>
          <a:bodyPr/>
          <a:lstStyle>
            <a:lvl1pPr>
              <a:defRPr sz="4800" b="1" u="sng">
                <a:solidFill>
                  <a:srgbClr val="5D0025"/>
                </a:solidFill>
              </a:defRPr>
            </a:lvl1pPr>
            <a:lvl2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6858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0287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13716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Google Shape;19;p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2689800" y="6400800"/>
            <a:ext cx="0" cy="24886364"/>
          </a:xfrm>
          <a:prstGeom prst="straightConnector1">
            <a:avLst/>
          </a:prstGeom>
          <a:noFill/>
          <a:ln w="76200" cap="flat" cmpd="tri">
            <a:solidFill>
              <a:srgbClr val="50000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166B222-53B2-E567-6613-EA3ED6E5F5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47000" y="6590020"/>
            <a:ext cx="9829800" cy="24003000"/>
          </a:xfrm>
          <a:prstGeom prst="rect">
            <a:avLst/>
          </a:prstGeom>
        </p:spPr>
        <p:txBody>
          <a:bodyPr/>
          <a:lstStyle>
            <a:lvl1pPr>
              <a:defRPr sz="4800" b="1" u="sng">
                <a:solidFill>
                  <a:srgbClr val="5D0025"/>
                </a:solidFill>
              </a:defRPr>
            </a:lvl1pPr>
            <a:lvl2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6858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0287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13716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136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20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3891200" cy="5588000"/>
          </a:xfrm>
          <a:prstGeom prst="rect">
            <a:avLst/>
          </a:prstGeom>
          <a:solidFill>
            <a:srgbClr val="5000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2"/>
          <p:cNvSpPr/>
          <p:nvPr/>
        </p:nvSpPr>
        <p:spPr>
          <a:xfrm>
            <a:off x="0" y="31470600"/>
            <a:ext cx="43891200" cy="1447800"/>
          </a:xfrm>
          <a:prstGeom prst="rect">
            <a:avLst/>
          </a:prstGeom>
          <a:solidFill>
            <a:srgbClr val="5000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4" descr="Texas A&amp;M Engineering horizontal logo on a maroon background">
            <a:extLst>
              <a:ext uri="{FF2B5EF4-FFF2-40B4-BE49-F238E27FC236}">
                <a16:creationId xmlns:a16="http://schemas.microsoft.com/office/drawing/2014/main" id="{A0EF0C5B-C63F-7289-D2A1-1B5E65A7C2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6701" y="-1417514"/>
            <a:ext cx="10342583" cy="5817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026548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jpeg"/><Relationship Id="rId18" Type="http://schemas.openxmlformats.org/officeDocument/2006/relationships/image" Target="../media/image15.jpeg"/><Relationship Id="rId3" Type="http://schemas.openxmlformats.org/officeDocument/2006/relationships/image" Target="../media/image2.png"/><Relationship Id="rId7" Type="http://schemas.openxmlformats.org/officeDocument/2006/relationships/chart" Target="../charts/chart2.xml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jpe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5" Type="http://schemas.openxmlformats.org/officeDocument/2006/relationships/image" Target="../media/image12.jpeg"/><Relationship Id="rId10" Type="http://schemas.openxmlformats.org/officeDocument/2006/relationships/image" Target="../media/image7.png"/><Relationship Id="rId19" Type="http://schemas.openxmlformats.org/officeDocument/2006/relationships/image" Target="../media/image16.jpeg"/><Relationship Id="rId4" Type="http://schemas.openxmlformats.org/officeDocument/2006/relationships/image" Target="../media/image3.jpeg"/><Relationship Id="rId9" Type="http://schemas.openxmlformats.org/officeDocument/2006/relationships/image" Target="../media/image6.jpe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84F73-BDF0-797B-0851-3C1AC35F2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240" y="861520"/>
            <a:ext cx="28620720" cy="4572000"/>
          </a:xfrm>
        </p:spPr>
        <p:txBody>
          <a:bodyPr/>
          <a:lstStyle/>
          <a:p>
            <a:pPr fontAlgn="base"/>
            <a:r>
              <a:rPr lang="en-US" sz="9600" b="1" dirty="0"/>
              <a:t>Sound Localization Robot 5</a:t>
            </a:r>
            <a:r>
              <a:rPr lang="en-US" sz="9600" dirty="0"/>
              <a:t>​</a:t>
            </a:r>
            <a:br>
              <a:rPr lang="en-US" sz="9600" dirty="0"/>
            </a:br>
            <a:r>
              <a:rPr lang="en-US" sz="5400" b="1" dirty="0"/>
              <a:t>Samuel Lackey, Joshuah Teele, Lucas Kettler, Sanjana </a:t>
            </a:r>
            <a:r>
              <a:rPr lang="en-US" sz="5400" b="1" dirty="0" err="1"/>
              <a:t>Pasumarthi</a:t>
            </a:r>
            <a:r>
              <a:rPr lang="en-US" sz="5400" dirty="0"/>
              <a:t>​</a:t>
            </a:r>
            <a:br>
              <a:rPr lang="en-US" sz="5400" dirty="0"/>
            </a:br>
            <a:r>
              <a:rPr lang="en-US" sz="5400" b="1" dirty="0"/>
              <a:t>Faculty Sponsor: Dr. Moreira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0F8234C-058E-ADF9-7C6E-95C3CE15C3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159" y="19609242"/>
            <a:ext cx="10432305" cy="11310084"/>
          </a:xfrm>
        </p:spPr>
        <p:txBody>
          <a:bodyPr lIns="91440" tIns="45720" rIns="91440" bIns="45720" anchor="t"/>
          <a:lstStyle/>
          <a:p>
            <a:r>
              <a:rPr lang="en-US" sz="3600" u="none">
                <a:solidFill>
                  <a:schemeClr val="tx1"/>
                </a:solidFill>
              </a:rPr>
              <a:t>Input Software</a:t>
            </a:r>
            <a:endParaRPr lang="en-US" sz="3200" u="none">
              <a:solidFill>
                <a:schemeClr val="tx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0" u="none">
                <a:solidFill>
                  <a:schemeClr val="tx1"/>
                </a:solidFill>
                <a:latin typeface="Arial" panose="020B0604020202020204" pitchFamily="34" charset="0"/>
              </a:rPr>
              <a:t>SRP-PHAT time difference of arrival to determine angle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0" u="none">
                <a:solidFill>
                  <a:schemeClr val="tx1"/>
                </a:solidFill>
                <a:latin typeface="Arial" panose="020B0604020202020204" pitchFamily="34" charset="0"/>
              </a:rPr>
              <a:t>Tracks movement and sound magnitude to determine distance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u="none">
              <a:solidFill>
                <a:schemeClr val="tx1"/>
              </a:solidFill>
            </a:endParaRPr>
          </a:p>
          <a:p>
            <a:r>
              <a:rPr lang="en-US" sz="3600" u="none">
                <a:solidFill>
                  <a:schemeClr val="tx1"/>
                </a:solidFill>
              </a:rPr>
              <a:t>Navigation Software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b="0" u="none">
                <a:solidFill>
                  <a:schemeClr val="tx1"/>
                </a:solidFill>
              </a:rPr>
              <a:t>Incremental A* search algorithm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b="0" u="none">
                <a:solidFill>
                  <a:schemeClr val="tx1"/>
                </a:solidFill>
              </a:rPr>
              <a:t>Instantaneously updating Grid map via sensors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b="0" u="none">
                <a:solidFill>
                  <a:schemeClr val="tx1"/>
                </a:solidFill>
              </a:rPr>
              <a:t>Manhattan heuristic (No diagonal movement)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u="none">
              <a:solidFill>
                <a:schemeClr val="tx1"/>
              </a:solidFill>
            </a:endParaRPr>
          </a:p>
          <a:p>
            <a:r>
              <a:rPr lang="en-US" sz="3600" u="none">
                <a:solidFill>
                  <a:schemeClr val="tx1"/>
                </a:solidFill>
              </a:rPr>
              <a:t>Power &amp; Sensors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b="0" u="none">
                <a:solidFill>
                  <a:schemeClr val="tx1"/>
                </a:solidFill>
              </a:rPr>
              <a:t>Distance sensors used to detect obstacles</a:t>
            </a:r>
          </a:p>
          <a:p>
            <a:endParaRPr lang="en-US" sz="3000" b="0" u="none">
              <a:solidFill>
                <a:schemeClr val="tx1"/>
              </a:solidFill>
            </a:endParaRPr>
          </a:p>
          <a:p>
            <a:r>
              <a:rPr lang="en-US" sz="3600" u="none">
                <a:solidFill>
                  <a:schemeClr val="tx1"/>
                </a:solidFill>
              </a:rPr>
              <a:t>Motors/ Chassis Design  &amp; Webapp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0" u="none">
                <a:solidFill>
                  <a:schemeClr val="tx1"/>
                </a:solidFill>
              </a:rPr>
              <a:t>3D Printed Chassis Design with direction synchronized brushless DC motors to control </a:t>
            </a:r>
            <a:r>
              <a:rPr lang="en-US" sz="3000" b="0" u="none" err="1">
                <a:solidFill>
                  <a:schemeClr val="tx1"/>
                </a:solidFill>
              </a:rPr>
              <a:t>Mecanum</a:t>
            </a:r>
            <a:r>
              <a:rPr lang="en-US" sz="3000" b="0" u="none">
                <a:solidFill>
                  <a:schemeClr val="tx1"/>
                </a:solidFill>
              </a:rPr>
              <a:t> wheels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0" u="none">
                <a:solidFill>
                  <a:schemeClr val="tx1"/>
                </a:solidFill>
              </a:rPr>
              <a:t>TCP Web socket ensures dual communication between rover and user</a:t>
            </a:r>
          </a:p>
          <a:p>
            <a:endParaRPr lang="en-US" sz="3000" b="0" u="none">
              <a:solidFill>
                <a:schemeClr val="tx1"/>
              </a:solidFill>
            </a:endParaRPr>
          </a:p>
          <a:p>
            <a:r>
              <a:rPr lang="en-US" sz="3600" u="none">
                <a:solidFill>
                  <a:schemeClr val="tx1"/>
                </a:solidFill>
              </a:rPr>
              <a:t>Microcontroller Board</a:t>
            </a:r>
            <a:r>
              <a:rPr lang="en-US" sz="3600" b="0">
                <a:solidFill>
                  <a:schemeClr val="tx1"/>
                </a:solidFill>
              </a:rPr>
              <a:t>​</a:t>
            </a:r>
          </a:p>
          <a:p>
            <a:pPr fontAlgn="base"/>
            <a:r>
              <a:rPr lang="en-US" sz="3000" b="0" u="none">
                <a:solidFill>
                  <a:schemeClr val="tx1"/>
                </a:solidFill>
              </a:rPr>
              <a:t>Design based on ESP32-S3. Contains sites on board for 2 motor drivers, 4 motors, 4 distance sensors, as well as 5 spare pins. Takes in 12.6V from the battery for the motors.</a:t>
            </a:r>
            <a:endParaRPr lang="en-US" sz="3000" b="0">
              <a:solidFill>
                <a:schemeClr val="tx1"/>
              </a:solidFill>
            </a:endParaRPr>
          </a:p>
          <a:p>
            <a:endParaRPr lang="en-US" sz="3200" u="none">
              <a:solidFill>
                <a:schemeClr val="tx1"/>
              </a:solidFill>
            </a:endParaRPr>
          </a:p>
          <a:p>
            <a:endParaRPr lang="en-US" sz="3200" u="none">
              <a:solidFill>
                <a:schemeClr val="tx1"/>
              </a:solidFill>
            </a:endParaRPr>
          </a:p>
          <a:p>
            <a:endParaRPr lang="en-US" sz="3200" u="none">
              <a:solidFill>
                <a:schemeClr val="tx1"/>
              </a:solidFill>
            </a:endParaRPr>
          </a:p>
          <a:p>
            <a:endParaRPr lang="en-US" sz="3200" u="none">
              <a:solidFill>
                <a:schemeClr val="tx1"/>
              </a:solidFill>
            </a:endParaRPr>
          </a:p>
          <a:p>
            <a:endParaRPr lang="en-US" sz="3200" u="none">
              <a:solidFill>
                <a:schemeClr val="tx1"/>
              </a:solidFill>
            </a:endParaRPr>
          </a:p>
          <a:p>
            <a:endParaRPr lang="en-US" sz="3200" u="none">
              <a:solidFill>
                <a:schemeClr val="tx1"/>
              </a:solidFill>
            </a:endParaRPr>
          </a:p>
          <a:p>
            <a:endParaRPr lang="en-US" sz="3200" u="none">
              <a:solidFill>
                <a:schemeClr val="tx1"/>
              </a:solidFill>
            </a:endParaRPr>
          </a:p>
          <a:p>
            <a:endParaRPr lang="en-US" sz="3200" u="none">
              <a:solidFill>
                <a:schemeClr val="tx1"/>
              </a:solidFill>
            </a:endParaRPr>
          </a:p>
          <a:p>
            <a:endParaRPr lang="en-US" sz="3200" u="none">
              <a:solidFill>
                <a:schemeClr val="tx1"/>
              </a:solidFill>
            </a:endParaRPr>
          </a:p>
          <a:p>
            <a:endParaRPr lang="en-US" sz="3200" u="none">
              <a:solidFill>
                <a:schemeClr val="tx1"/>
              </a:solidFill>
            </a:endParaRPr>
          </a:p>
          <a:p>
            <a:endParaRPr lang="en-US" sz="3200" u="none">
              <a:solidFill>
                <a:schemeClr val="tx1"/>
              </a:solidFill>
            </a:endParaRPr>
          </a:p>
          <a:p>
            <a:endParaRPr lang="en-US" sz="3200" u="none">
              <a:solidFill>
                <a:schemeClr val="tx1"/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B9D976D-8DB5-0D9F-4EE4-B53E9BCD72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674281" y="7119085"/>
            <a:ext cx="9829800" cy="3205213"/>
          </a:xfrm>
        </p:spPr>
        <p:txBody>
          <a:bodyPr/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b="0" u="none" dirty="0">
                <a:solidFill>
                  <a:schemeClr val="tx1"/>
                </a:solidFill>
                <a:latin typeface="Arial" panose="020B0604020202020204" pitchFamily="34" charset="0"/>
              </a:rPr>
              <a:t>4x ICS-43434 MEMS Microphones in a 2.5in x 2.5in custom PCB</a:t>
            </a:r>
            <a:r>
              <a:rPr 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​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b="0" u="none" dirty="0">
                <a:solidFill>
                  <a:schemeClr val="tx1"/>
                </a:solidFill>
                <a:latin typeface="Arial" panose="020B0604020202020204" pitchFamily="34" charset="0"/>
              </a:rPr>
              <a:t>Computes SRP-PHAT to beamform and phase transform a specific frequency even in poor acoustic conditions.</a:t>
            </a:r>
            <a:r>
              <a:rPr 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​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b="0" u="none" dirty="0">
                <a:solidFill>
                  <a:schemeClr val="tx1"/>
                </a:solidFill>
                <a:latin typeface="Arial" panose="020B0604020202020204" pitchFamily="34" charset="0"/>
              </a:rPr>
              <a:t>Smooths angle across a 0.5 second interval</a:t>
            </a:r>
            <a:endParaRPr lang="en-US" sz="3200" u="none" dirty="0">
              <a:solidFill>
                <a:schemeClr val="tx1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DB89FED-EF28-C964-72AB-741C22909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4753" y="1363699"/>
            <a:ext cx="5142413" cy="2802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49A126E-1ECA-B62A-D0F4-5E1E319CF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4928" y="20481878"/>
            <a:ext cx="9231086" cy="614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53A6F8C-7468-009A-8C3B-F1A32EB9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3738" y="10683049"/>
            <a:ext cx="4990886" cy="5073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ADD75445-8530-07C9-ED3A-4FA45438F5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8913024"/>
              </p:ext>
            </p:extLst>
          </p:nvPr>
        </p:nvGraphicFramePr>
        <p:xfrm>
          <a:off x="33118318" y="20615775"/>
          <a:ext cx="9703273" cy="3937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3E38092F-DAA7-EC3A-FA7A-77CCF14C6B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058097"/>
              </p:ext>
            </p:extLst>
          </p:nvPr>
        </p:nvGraphicFramePr>
        <p:xfrm>
          <a:off x="33118318" y="24923340"/>
          <a:ext cx="9703273" cy="3937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8" name="Google Shape;65;p1">
            <a:extLst>
              <a:ext uri="{FF2B5EF4-FFF2-40B4-BE49-F238E27FC236}">
                <a16:creationId xmlns:a16="http://schemas.microsoft.com/office/drawing/2014/main" id="{5CF97230-9F52-7F3D-1D8A-DAF62BF37F11}"/>
              </a:ext>
            </a:extLst>
          </p:cNvPr>
          <p:cNvSpPr txBox="1"/>
          <p:nvPr/>
        </p:nvSpPr>
        <p:spPr>
          <a:xfrm>
            <a:off x="22634850" y="26643027"/>
            <a:ext cx="9829801" cy="523220"/>
          </a:xfrm>
          <a:prstGeom prst="rect">
            <a:avLst/>
          </a:prstGeom>
          <a:solidFill>
            <a:schemeClr val="lt1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5. MCU Board with ESP32</a:t>
            </a:r>
            <a:endParaRPr/>
          </a:p>
        </p:txBody>
      </p:sp>
      <p:sp>
        <p:nvSpPr>
          <p:cNvPr id="29" name="Google Shape;65;p1">
            <a:extLst>
              <a:ext uri="{FF2B5EF4-FFF2-40B4-BE49-F238E27FC236}">
                <a16:creationId xmlns:a16="http://schemas.microsoft.com/office/drawing/2014/main" id="{6984287B-11AA-5C04-0D16-C1FA7023D27A}"/>
              </a:ext>
            </a:extLst>
          </p:cNvPr>
          <p:cNvSpPr txBox="1"/>
          <p:nvPr/>
        </p:nvSpPr>
        <p:spPr>
          <a:xfrm>
            <a:off x="11773864" y="15756428"/>
            <a:ext cx="9829801" cy="523220"/>
          </a:xfrm>
          <a:prstGeom prst="rect">
            <a:avLst/>
          </a:prstGeom>
          <a:solidFill>
            <a:schemeClr val="lt1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2. Microphone Array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9142AF-E6BA-169E-5480-11CA358E2B80}"/>
              </a:ext>
            </a:extLst>
          </p:cNvPr>
          <p:cNvSpPr txBox="1"/>
          <p:nvPr/>
        </p:nvSpPr>
        <p:spPr>
          <a:xfrm>
            <a:off x="708857" y="6315135"/>
            <a:ext cx="10137202" cy="24776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</a:pPr>
            <a:r>
              <a:rPr lang="en-US" sz="4800" b="1" u="sng" dirty="0">
                <a:solidFill>
                  <a:srgbClr val="5D0025"/>
                </a:solidFill>
                <a:latin typeface="Arial"/>
                <a:cs typeface="Arial"/>
                <a:sym typeface="Arial"/>
              </a:rPr>
              <a:t>Problem Definition</a:t>
            </a:r>
          </a:p>
          <a:p>
            <a:pPr>
              <a:buClr>
                <a:srgbClr val="000000"/>
              </a:buClr>
              <a:buFont typeface="Arial"/>
            </a:pPr>
            <a:endParaRPr lang="en-US" sz="1100" b="1" u="sng" dirty="0">
              <a:solidFill>
                <a:srgbClr val="5D0025"/>
              </a:solidFill>
              <a:latin typeface="Arial"/>
              <a:cs typeface="Arial"/>
              <a:sym typeface="Arial"/>
            </a:endParaRPr>
          </a:p>
          <a:p>
            <a:pPr marL="0" lvl="1" indent="0">
              <a:buNone/>
            </a:pPr>
            <a:r>
              <a:rPr lang="en-US" sz="3200" dirty="0"/>
              <a:t>First Responders lack reliable methods for navigating dangerous environments, where visibility is limited, putting both their safety and the victims at risk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6172F5-1FE8-A45E-6930-354D86F6E3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613"/>
          <a:stretch>
            <a:fillRect/>
          </a:stretch>
        </p:blipFill>
        <p:spPr>
          <a:xfrm>
            <a:off x="935971" y="9747627"/>
            <a:ext cx="8194026" cy="100141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D034D1-EA1A-8C46-9BF4-BDEFD513C119}"/>
              </a:ext>
            </a:extLst>
          </p:cNvPr>
          <p:cNvSpPr txBox="1"/>
          <p:nvPr/>
        </p:nvSpPr>
        <p:spPr>
          <a:xfrm>
            <a:off x="708857" y="8756959"/>
            <a:ext cx="8194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>
                <a:solidFill>
                  <a:srgbClr val="5D0025"/>
                </a:solidFill>
                <a:latin typeface="Arial"/>
                <a:cs typeface="Arial"/>
                <a:sym typeface="Arial"/>
              </a:rPr>
              <a:t>Methodology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6E6B54-41BF-5D6B-7D21-1D8E6B2CF7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32697" y="6181208"/>
            <a:ext cx="10137202" cy="12985025"/>
          </a:xfrm>
          <a:solidFill>
            <a:srgbClr val="D5EAFF"/>
          </a:solidFill>
        </p:spPr>
        <p:txBody>
          <a:bodyPr/>
          <a:lstStyle/>
          <a:p>
            <a:r>
              <a:rPr lang="en-US" dirty="0"/>
              <a:t>Integrated Rover System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EFEB40-4EA6-E6BF-01E8-B4C7DCB15CD5}"/>
              </a:ext>
            </a:extLst>
          </p:cNvPr>
          <p:cNvSpPr txBox="1"/>
          <p:nvPr/>
        </p:nvSpPr>
        <p:spPr>
          <a:xfrm>
            <a:off x="33142719" y="19588679"/>
            <a:ext cx="101372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>
                <a:solidFill>
                  <a:srgbClr val="5D0025"/>
                </a:solidFill>
                <a:latin typeface="Arial"/>
                <a:cs typeface="Arial"/>
                <a:sym typeface="Arial"/>
              </a:rPr>
              <a:t>Results</a:t>
            </a:r>
          </a:p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9E9E29-5328-AE2B-2D61-140BA8F8DCC1}"/>
              </a:ext>
            </a:extLst>
          </p:cNvPr>
          <p:cNvSpPr txBox="1"/>
          <p:nvPr/>
        </p:nvSpPr>
        <p:spPr>
          <a:xfrm>
            <a:off x="34380358" y="16409406"/>
            <a:ext cx="8344348" cy="2585323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 numCol="2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sz="2600"/>
              <a:t>Navigation Map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2600"/>
              <a:t>Sound Detection Analysis (Angle &amp; Frequency)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2600"/>
              <a:t>Manual Navigation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2600"/>
              <a:t>Sound Recheck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2600"/>
              <a:t>Status Display (Time, Distance Traveled)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2600"/>
              <a:t>Start Button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2600"/>
              <a:t>Return to origin 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2600"/>
              <a:t>Emergency Stop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6358EE9-BA0B-7DEF-A66F-662CF446826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524" b="41744"/>
          <a:stretch>
            <a:fillRect/>
          </a:stretch>
        </p:blipFill>
        <p:spPr>
          <a:xfrm>
            <a:off x="38131260" y="7175992"/>
            <a:ext cx="2334401" cy="896709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EE489F4-76CA-6F4B-AEDA-F79C88372AD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" t="56665" r="31"/>
          <a:stretch>
            <a:fillRect/>
          </a:stretch>
        </p:blipFill>
        <p:spPr>
          <a:xfrm>
            <a:off x="40592306" y="8040685"/>
            <a:ext cx="2572718" cy="7827115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A5EFAC2A-3584-F516-0864-04D119BAB74B}"/>
              </a:ext>
            </a:extLst>
          </p:cNvPr>
          <p:cNvSpPr/>
          <p:nvPr/>
        </p:nvSpPr>
        <p:spPr>
          <a:xfrm>
            <a:off x="39457447" y="9553458"/>
            <a:ext cx="369262" cy="358896"/>
          </a:xfrm>
          <a:prstGeom prst="ellipse">
            <a:avLst/>
          </a:prstGeom>
          <a:solidFill>
            <a:schemeClr val="bg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5137935-75B3-4CD8-1E9E-8FDE6F120E4F}"/>
              </a:ext>
            </a:extLst>
          </p:cNvPr>
          <p:cNvSpPr/>
          <p:nvPr/>
        </p:nvSpPr>
        <p:spPr>
          <a:xfrm>
            <a:off x="39806221" y="13805151"/>
            <a:ext cx="369262" cy="358896"/>
          </a:xfrm>
          <a:prstGeom prst="ellipse">
            <a:avLst/>
          </a:prstGeom>
          <a:solidFill>
            <a:schemeClr val="bg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4654DE2-0743-0CE7-EEAB-74D5901330C7}"/>
              </a:ext>
            </a:extLst>
          </p:cNvPr>
          <p:cNvSpPr/>
          <p:nvPr/>
        </p:nvSpPr>
        <p:spPr>
          <a:xfrm>
            <a:off x="39918169" y="14856180"/>
            <a:ext cx="369262" cy="358896"/>
          </a:xfrm>
          <a:prstGeom prst="ellipse">
            <a:avLst/>
          </a:prstGeom>
          <a:solidFill>
            <a:schemeClr val="bg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C75503B-7DFB-F3E7-08ED-CEAFC6CC39CF}"/>
              </a:ext>
            </a:extLst>
          </p:cNvPr>
          <p:cNvSpPr/>
          <p:nvPr/>
        </p:nvSpPr>
        <p:spPr>
          <a:xfrm>
            <a:off x="42636960" y="8523374"/>
            <a:ext cx="369262" cy="358896"/>
          </a:xfrm>
          <a:prstGeom prst="ellipse">
            <a:avLst/>
          </a:prstGeom>
          <a:solidFill>
            <a:schemeClr val="bg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B81E466-9623-E539-50BA-7F3CDDFA38DE}"/>
              </a:ext>
            </a:extLst>
          </p:cNvPr>
          <p:cNvSpPr/>
          <p:nvPr/>
        </p:nvSpPr>
        <p:spPr>
          <a:xfrm>
            <a:off x="42636960" y="10128627"/>
            <a:ext cx="369262" cy="358896"/>
          </a:xfrm>
          <a:prstGeom prst="ellipse">
            <a:avLst/>
          </a:prstGeom>
          <a:solidFill>
            <a:schemeClr val="bg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9078CBD-A924-8313-0829-1AA2CE028DD2}"/>
              </a:ext>
            </a:extLst>
          </p:cNvPr>
          <p:cNvSpPr/>
          <p:nvPr/>
        </p:nvSpPr>
        <p:spPr>
          <a:xfrm>
            <a:off x="42690361" y="11232376"/>
            <a:ext cx="369262" cy="358896"/>
          </a:xfrm>
          <a:prstGeom prst="ellipse">
            <a:avLst/>
          </a:prstGeom>
          <a:solidFill>
            <a:schemeClr val="bg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42DD661-8C05-C1DE-D57A-25A026AC38ED}"/>
              </a:ext>
            </a:extLst>
          </p:cNvPr>
          <p:cNvSpPr/>
          <p:nvPr/>
        </p:nvSpPr>
        <p:spPr>
          <a:xfrm>
            <a:off x="42673416" y="12289055"/>
            <a:ext cx="369262" cy="358896"/>
          </a:xfrm>
          <a:prstGeom prst="ellipse">
            <a:avLst/>
          </a:prstGeom>
          <a:solidFill>
            <a:schemeClr val="bg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EF2A190-2BFB-B62A-B6D2-938725660C56}"/>
              </a:ext>
            </a:extLst>
          </p:cNvPr>
          <p:cNvSpPr/>
          <p:nvPr/>
        </p:nvSpPr>
        <p:spPr>
          <a:xfrm>
            <a:off x="42673416" y="12837629"/>
            <a:ext cx="369262" cy="358896"/>
          </a:xfrm>
          <a:prstGeom prst="ellipse">
            <a:avLst/>
          </a:prstGeom>
          <a:solidFill>
            <a:schemeClr val="bg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168631-FB00-F043-77A0-3311A46BC67D}"/>
              </a:ext>
            </a:extLst>
          </p:cNvPr>
          <p:cNvSpPr txBox="1"/>
          <p:nvPr/>
        </p:nvSpPr>
        <p:spPr>
          <a:xfrm>
            <a:off x="11848920" y="6228740"/>
            <a:ext cx="8194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 dirty="0">
                <a:solidFill>
                  <a:srgbClr val="5D0025"/>
                </a:solidFill>
                <a:latin typeface="Arial"/>
                <a:cs typeface="Arial"/>
                <a:sym typeface="Arial"/>
              </a:rPr>
              <a:t>Acoustic Input Subsystem</a:t>
            </a:r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B5885DA0-7B3F-28DF-CB83-DCFE6937B1F5}"/>
              </a:ext>
            </a:extLst>
          </p:cNvPr>
          <p:cNvSpPr/>
          <p:nvPr/>
        </p:nvSpPr>
        <p:spPr>
          <a:xfrm rot="16200000">
            <a:off x="41124648" y="21700489"/>
            <a:ext cx="2719137" cy="1971365"/>
          </a:xfrm>
          <a:prstGeom prst="triangle">
            <a:avLst/>
          </a:prstGeom>
          <a:solidFill>
            <a:srgbClr val="5D00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200">
                <a:solidFill>
                  <a:schemeClr val="bg1"/>
                </a:solidFill>
              </a:rPr>
              <a:t>ME: +/- 3.83 %</a:t>
            </a:r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D0CDF724-B71D-03DA-EBBB-26BA147189DD}"/>
              </a:ext>
            </a:extLst>
          </p:cNvPr>
          <p:cNvSpPr/>
          <p:nvPr/>
        </p:nvSpPr>
        <p:spPr>
          <a:xfrm rot="16200000">
            <a:off x="41130007" y="26093104"/>
            <a:ext cx="2719137" cy="1971365"/>
          </a:xfrm>
          <a:prstGeom prst="triangle">
            <a:avLst/>
          </a:prstGeom>
          <a:solidFill>
            <a:srgbClr val="5D00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150">
                <a:solidFill>
                  <a:schemeClr val="bg1"/>
                </a:solidFill>
              </a:rPr>
              <a:t>ME: +/- 10.98 %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AB005CB-6BD3-E2E3-5AAE-4D30AD1650D7}"/>
              </a:ext>
            </a:extLst>
          </p:cNvPr>
          <p:cNvSpPr txBox="1"/>
          <p:nvPr/>
        </p:nvSpPr>
        <p:spPr>
          <a:xfrm>
            <a:off x="11827575" y="16473410"/>
            <a:ext cx="8194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>
                <a:solidFill>
                  <a:srgbClr val="5D0025"/>
                </a:solidFill>
                <a:latin typeface="Arial"/>
                <a:cs typeface="Arial"/>
                <a:sym typeface="Arial"/>
              </a:rPr>
              <a:t>Navigation Subsystem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BAE1FA-0985-40C7-8EAA-5BE7D8AFBF84}"/>
              </a:ext>
            </a:extLst>
          </p:cNvPr>
          <p:cNvSpPr txBox="1"/>
          <p:nvPr/>
        </p:nvSpPr>
        <p:spPr>
          <a:xfrm>
            <a:off x="22387121" y="6228740"/>
            <a:ext cx="81940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>
                <a:solidFill>
                  <a:srgbClr val="5D0025"/>
                </a:solidFill>
                <a:latin typeface="Arial"/>
                <a:cs typeface="Arial"/>
                <a:sym typeface="Arial"/>
              </a:rPr>
              <a:t>Rover Design &amp; WebApp Subsystem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27FFF0A-111F-0999-8C82-192DE32560B4}"/>
              </a:ext>
            </a:extLst>
          </p:cNvPr>
          <p:cNvSpPr txBox="1"/>
          <p:nvPr/>
        </p:nvSpPr>
        <p:spPr>
          <a:xfrm>
            <a:off x="36398151" y="20108279"/>
            <a:ext cx="6573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***More Accurate results at shorter distances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24562AF-4B70-8E44-039B-DCC7195B31DF}"/>
              </a:ext>
            </a:extLst>
          </p:cNvPr>
          <p:cNvSpPr txBox="1"/>
          <p:nvPr/>
        </p:nvSpPr>
        <p:spPr>
          <a:xfrm>
            <a:off x="22559439" y="19665787"/>
            <a:ext cx="8194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>
                <a:solidFill>
                  <a:srgbClr val="5D0025"/>
                </a:solidFill>
                <a:latin typeface="Arial"/>
                <a:cs typeface="Arial"/>
                <a:sym typeface="Arial"/>
              </a:rPr>
              <a:t>Power Subsystem</a:t>
            </a:r>
          </a:p>
        </p:txBody>
      </p:sp>
      <p:sp>
        <p:nvSpPr>
          <p:cNvPr id="62" name="Text Placeholder 23">
            <a:extLst>
              <a:ext uri="{FF2B5EF4-FFF2-40B4-BE49-F238E27FC236}">
                <a16:creationId xmlns:a16="http://schemas.microsoft.com/office/drawing/2014/main" id="{EC7E080B-B54D-A4B8-DE04-734D334F71F3}"/>
              </a:ext>
            </a:extLst>
          </p:cNvPr>
          <p:cNvSpPr txBox="1">
            <a:spLocks/>
          </p:cNvSpPr>
          <p:nvPr/>
        </p:nvSpPr>
        <p:spPr>
          <a:xfrm>
            <a:off x="22387121" y="8038079"/>
            <a:ext cx="9829800" cy="32052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4800" b="1" i="0" u="sng" strike="noStrike" cap="none">
                <a:solidFill>
                  <a:srgbClr val="5D002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429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8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0287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3716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endParaRPr lang="en-US" kern="0"/>
          </a:p>
          <a:p>
            <a:pPr defTabSz="914400"/>
            <a:endParaRPr lang="en-US" kern="0"/>
          </a:p>
          <a:p>
            <a:pPr defTabSz="914400"/>
            <a:endParaRPr lang="en-US" kern="0"/>
          </a:p>
          <a:p>
            <a:pPr defTabSz="914400"/>
            <a:endParaRPr lang="en-US" kern="0"/>
          </a:p>
          <a:p>
            <a:pPr defTabSz="914400"/>
            <a:endParaRPr lang="en-US" kern="0"/>
          </a:p>
          <a:p>
            <a:pPr defTabSz="914400"/>
            <a:endParaRPr lang="en-US" kern="0"/>
          </a:p>
        </p:txBody>
      </p:sp>
      <p:sp>
        <p:nvSpPr>
          <p:cNvPr id="63" name="Text Placeholder 23">
            <a:extLst>
              <a:ext uri="{FF2B5EF4-FFF2-40B4-BE49-F238E27FC236}">
                <a16:creationId xmlns:a16="http://schemas.microsoft.com/office/drawing/2014/main" id="{EF2554F6-DA77-E5D7-5BE1-29EA40338491}"/>
              </a:ext>
            </a:extLst>
          </p:cNvPr>
          <p:cNvSpPr txBox="1">
            <a:spLocks/>
          </p:cNvSpPr>
          <p:nvPr/>
        </p:nvSpPr>
        <p:spPr>
          <a:xfrm>
            <a:off x="22480570" y="7950851"/>
            <a:ext cx="9829800" cy="201810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4800" b="1" i="0" u="sng" strike="noStrike" cap="none">
                <a:solidFill>
                  <a:srgbClr val="5D002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429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8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0287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3716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 defTabSz="914400" fontAlgn="base">
              <a:buFont typeface="Arial" panose="020B0604020202020204" pitchFamily="34" charset="0"/>
              <a:buChar char="•"/>
            </a:pPr>
            <a:r>
              <a:rPr lang="en-US" sz="3200" b="0" u="none" kern="0">
                <a:solidFill>
                  <a:schemeClr val="tx1"/>
                </a:solidFill>
                <a:latin typeface="Arial" panose="020B0604020202020204" pitchFamily="34" charset="0"/>
              </a:rPr>
              <a:t>3D printed Chassis Design with </a:t>
            </a:r>
            <a:r>
              <a:rPr lang="en-US" sz="3200" b="0" u="none" kern="0" err="1">
                <a:solidFill>
                  <a:schemeClr val="tx1"/>
                </a:solidFill>
                <a:latin typeface="Arial" panose="020B0604020202020204" pitchFamily="34" charset="0"/>
              </a:rPr>
              <a:t>Mecanum</a:t>
            </a:r>
            <a:r>
              <a:rPr lang="en-US" sz="3200" b="0" u="none" kern="0">
                <a:solidFill>
                  <a:schemeClr val="tx1"/>
                </a:solidFill>
                <a:latin typeface="Arial" panose="020B0604020202020204" pitchFamily="34" charset="0"/>
              </a:rPr>
              <a:t> wheels</a:t>
            </a:r>
          </a:p>
          <a:p>
            <a:pPr marL="457200" indent="-457200" defTabSz="914400" fontAlgn="base">
              <a:buFont typeface="Arial" panose="020B0604020202020204" pitchFamily="34" charset="0"/>
              <a:buChar char="•"/>
            </a:pPr>
            <a:r>
              <a:rPr lang="en-US" sz="3200" b="0" u="none" kern="0">
                <a:solidFill>
                  <a:schemeClr val="tx1"/>
                </a:solidFill>
                <a:latin typeface="Arial" panose="020B0604020202020204" pitchFamily="34" charset="0"/>
              </a:rPr>
              <a:t>Brushless DC motors take input signals from motor drivers, directions are preset input bits to signal high and low (Forward, Backward, Diagonal, Rotation)</a:t>
            </a:r>
          </a:p>
          <a:p>
            <a:pPr marL="457200" indent="-457200" defTabSz="914400" fontAlgn="base">
              <a:buFont typeface="Arial" panose="020B0604020202020204" pitchFamily="34" charset="0"/>
              <a:buChar char="•"/>
            </a:pPr>
            <a:r>
              <a:rPr lang="en-US" sz="3200" b="0" u="none" kern="0">
                <a:solidFill>
                  <a:schemeClr val="tx1"/>
                </a:solidFill>
                <a:latin typeface="Arial" panose="020B0604020202020204" pitchFamily="34" charset="0"/>
              </a:rPr>
              <a:t>PWM set to 80-90% of power capacity</a:t>
            </a:r>
          </a:p>
          <a:p>
            <a:pPr marL="457200" indent="-457200" defTabSz="914400" fontAlgn="base">
              <a:buFont typeface="Arial" panose="020B0604020202020204" pitchFamily="34" charset="0"/>
              <a:buChar char="•"/>
            </a:pPr>
            <a:r>
              <a:rPr lang="en-US" sz="3200" b="0" u="none" kern="0">
                <a:solidFill>
                  <a:schemeClr val="tx1"/>
                </a:solidFill>
                <a:latin typeface="Arial" panose="020B0604020202020204" pitchFamily="34" charset="0"/>
              </a:rPr>
              <a:t>Synchronize motor by direction instead of speed</a:t>
            </a:r>
          </a:p>
        </p:txBody>
      </p:sp>
      <p:pic>
        <p:nvPicPr>
          <p:cNvPr id="1024" name="Picture 1023">
            <a:extLst>
              <a:ext uri="{FF2B5EF4-FFF2-40B4-BE49-F238E27FC236}">
                <a16:creationId xmlns:a16="http://schemas.microsoft.com/office/drawing/2014/main" id="{62EAE1E7-F2B1-085C-4A14-3781843F40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31851" y="14557205"/>
            <a:ext cx="7449947" cy="1552379"/>
          </a:xfrm>
          <a:prstGeom prst="rect">
            <a:avLst/>
          </a:prstGeom>
        </p:spPr>
      </p:pic>
      <p:sp>
        <p:nvSpPr>
          <p:cNvPr id="1029" name="Text Placeholder 23">
            <a:extLst>
              <a:ext uri="{FF2B5EF4-FFF2-40B4-BE49-F238E27FC236}">
                <a16:creationId xmlns:a16="http://schemas.microsoft.com/office/drawing/2014/main" id="{D7698164-7C09-682C-A1F5-14630BBF8279}"/>
              </a:ext>
            </a:extLst>
          </p:cNvPr>
          <p:cNvSpPr txBox="1">
            <a:spLocks/>
          </p:cNvSpPr>
          <p:nvPr/>
        </p:nvSpPr>
        <p:spPr>
          <a:xfrm>
            <a:off x="22419748" y="16384106"/>
            <a:ext cx="9829800" cy="260980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4800" b="1" i="0" u="sng" strike="noStrike" cap="none">
                <a:solidFill>
                  <a:srgbClr val="5D002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429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8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0287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3716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 defTabSz="914400" fontAlgn="base">
              <a:buFont typeface="Arial" panose="020B0604020202020204" pitchFamily="34" charset="0"/>
              <a:buChar char="•"/>
            </a:pPr>
            <a:r>
              <a:rPr lang="en-US" sz="3200" b="0" u="none" kern="0">
                <a:solidFill>
                  <a:schemeClr val="tx1"/>
                </a:solidFill>
                <a:latin typeface="Arial" panose="020B0604020202020204" pitchFamily="34" charset="0"/>
              </a:rPr>
              <a:t>Web app and server generated by internal ESP-32 Wi-Fi</a:t>
            </a:r>
          </a:p>
          <a:p>
            <a:pPr marL="457200" indent="-457200" defTabSz="914400" fontAlgn="base">
              <a:buFont typeface="Arial" panose="020B0604020202020204" pitchFamily="34" charset="0"/>
              <a:buChar char="•"/>
            </a:pPr>
            <a:r>
              <a:rPr lang="en-US" sz="3200" b="0" u="none" kern="0">
                <a:solidFill>
                  <a:schemeClr val="tx1"/>
                </a:solidFill>
                <a:latin typeface="Arial" panose="020B0604020202020204" pitchFamily="34" charset="0"/>
              </a:rPr>
              <a:t>TCP web socket which is accessible by any device that has Wi-Fi capabilities (multiple users &amp; no password set)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D3B7B662-A8D0-6A19-C0F6-5236AC226568}"/>
              </a:ext>
            </a:extLst>
          </p:cNvPr>
          <p:cNvSpPr txBox="1"/>
          <p:nvPr/>
        </p:nvSpPr>
        <p:spPr>
          <a:xfrm>
            <a:off x="29850340" y="14708476"/>
            <a:ext cx="23961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***Slower speed at sideways movements</a:t>
            </a:r>
          </a:p>
        </p:txBody>
      </p:sp>
      <p:pic>
        <p:nvPicPr>
          <p:cNvPr id="1033" name="Picture 1032">
            <a:extLst>
              <a:ext uri="{FF2B5EF4-FFF2-40B4-BE49-F238E27FC236}">
                <a16:creationId xmlns:a16="http://schemas.microsoft.com/office/drawing/2014/main" id="{E46A3CE3-6B54-4A72-7130-33BCEA12981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251838" y="19135567"/>
            <a:ext cx="10287263" cy="341959"/>
          </a:xfrm>
          <a:prstGeom prst="rect">
            <a:avLst/>
          </a:prstGeom>
        </p:spPr>
      </p:pic>
      <p:pic>
        <p:nvPicPr>
          <p:cNvPr id="1034" name="Picture 2">
            <a:extLst>
              <a:ext uri="{FF2B5EF4-FFF2-40B4-BE49-F238E27FC236}">
                <a16:creationId xmlns:a16="http://schemas.microsoft.com/office/drawing/2014/main" id="{DB2C9531-282F-05B4-2606-0D692B91D8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27"/>
          <a:stretch>
            <a:fillRect/>
          </a:stretch>
        </p:blipFill>
        <p:spPr bwMode="auto">
          <a:xfrm>
            <a:off x="22634850" y="11306867"/>
            <a:ext cx="1791459" cy="240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Arrow: Right 1034">
            <a:extLst>
              <a:ext uri="{FF2B5EF4-FFF2-40B4-BE49-F238E27FC236}">
                <a16:creationId xmlns:a16="http://schemas.microsoft.com/office/drawing/2014/main" id="{B5D0C6D1-38B9-C676-DA38-35B2E845A5B0}"/>
              </a:ext>
            </a:extLst>
          </p:cNvPr>
          <p:cNvSpPr/>
          <p:nvPr/>
        </p:nvSpPr>
        <p:spPr>
          <a:xfrm>
            <a:off x="24706534" y="12325540"/>
            <a:ext cx="1299410" cy="459485"/>
          </a:xfrm>
          <a:prstGeom prst="rightArrow">
            <a:avLst/>
          </a:prstGeom>
          <a:solidFill>
            <a:srgbClr val="5D00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6" name="Picture 4">
            <a:extLst>
              <a:ext uri="{FF2B5EF4-FFF2-40B4-BE49-F238E27FC236}">
                <a16:creationId xmlns:a16="http://schemas.microsoft.com/office/drawing/2014/main" id="{8A38036B-D184-68E5-43F5-FA77DB8A6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9584" y="11481046"/>
            <a:ext cx="2020357" cy="2113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Arrow: Right 1036">
            <a:extLst>
              <a:ext uri="{FF2B5EF4-FFF2-40B4-BE49-F238E27FC236}">
                <a16:creationId xmlns:a16="http://schemas.microsoft.com/office/drawing/2014/main" id="{355B3450-5F74-9474-EE43-10C36AE0E996}"/>
              </a:ext>
            </a:extLst>
          </p:cNvPr>
          <p:cNvSpPr/>
          <p:nvPr/>
        </p:nvSpPr>
        <p:spPr>
          <a:xfrm>
            <a:off x="28476794" y="12262254"/>
            <a:ext cx="1299410" cy="459485"/>
          </a:xfrm>
          <a:prstGeom prst="rightArrow">
            <a:avLst/>
          </a:prstGeom>
          <a:solidFill>
            <a:srgbClr val="5D00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9" name="Picture 1038">
            <a:extLst>
              <a:ext uri="{FF2B5EF4-FFF2-40B4-BE49-F238E27FC236}">
                <a16:creationId xmlns:a16="http://schemas.microsoft.com/office/drawing/2014/main" id="{5110B7A1-406E-3D6C-5B5D-F38D78BE08E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269147" y="11511537"/>
            <a:ext cx="1843504" cy="1756752"/>
          </a:xfrm>
          <a:prstGeom prst="rect">
            <a:avLst/>
          </a:prstGeom>
        </p:spPr>
      </p:pic>
      <p:sp>
        <p:nvSpPr>
          <p:cNvPr id="1040" name="TextBox 1039">
            <a:extLst>
              <a:ext uri="{FF2B5EF4-FFF2-40B4-BE49-F238E27FC236}">
                <a16:creationId xmlns:a16="http://schemas.microsoft.com/office/drawing/2014/main" id="{0CC14AD5-F836-401D-A086-6EF01CE35C26}"/>
              </a:ext>
            </a:extLst>
          </p:cNvPr>
          <p:cNvSpPr txBox="1"/>
          <p:nvPr/>
        </p:nvSpPr>
        <p:spPr>
          <a:xfrm>
            <a:off x="26178669" y="13369001"/>
            <a:ext cx="20203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 Dual Motor Drivers: 8-bit signal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CAE03479-FA27-1D7F-E690-B95EB7A22AEF}"/>
              </a:ext>
            </a:extLst>
          </p:cNvPr>
          <p:cNvSpPr txBox="1"/>
          <p:nvPr/>
        </p:nvSpPr>
        <p:spPr>
          <a:xfrm>
            <a:off x="30092294" y="13364631"/>
            <a:ext cx="2020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4 Brushless DC 12V Motors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663705F7-DA8F-13AD-B852-A6B0190CFC8A}"/>
              </a:ext>
            </a:extLst>
          </p:cNvPr>
          <p:cNvSpPr txBox="1"/>
          <p:nvPr/>
        </p:nvSpPr>
        <p:spPr>
          <a:xfrm>
            <a:off x="22608565" y="13684913"/>
            <a:ext cx="2020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ESP32 Module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DF8F3542-9DF6-A70E-28E8-BD2A40AFA201}"/>
              </a:ext>
            </a:extLst>
          </p:cNvPr>
          <p:cNvSpPr txBox="1"/>
          <p:nvPr/>
        </p:nvSpPr>
        <p:spPr>
          <a:xfrm>
            <a:off x="26118580" y="11323500"/>
            <a:ext cx="2020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TB6612FNG</a:t>
            </a:r>
          </a:p>
        </p:txBody>
      </p:sp>
      <p:pic>
        <p:nvPicPr>
          <p:cNvPr id="8" name="Picture 7" descr="A purple rectangular object with green and red wires&#10;&#10;AI-generated content may be incorrect.">
            <a:extLst>
              <a:ext uri="{FF2B5EF4-FFF2-40B4-BE49-F238E27FC236}">
                <a16:creationId xmlns:a16="http://schemas.microsoft.com/office/drawing/2014/main" id="{96A529B1-F168-7EE4-DAF9-C427445EDB5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6200000">
            <a:off x="25245754" y="26289864"/>
            <a:ext cx="4105275" cy="5876925"/>
          </a:xfrm>
          <a:prstGeom prst="rect">
            <a:avLst/>
          </a:prstGeom>
        </p:spPr>
      </p:pic>
      <p:pic>
        <p:nvPicPr>
          <p:cNvPr id="10" name="Picture 2" descr="Department of Electrical and Computer Engineering at Texas A&amp;M University">
            <a:extLst>
              <a:ext uri="{FF2B5EF4-FFF2-40B4-BE49-F238E27FC236}">
                <a16:creationId xmlns:a16="http://schemas.microsoft.com/office/drawing/2014/main" id="{CBE9B005-A213-9B94-A6E4-3A3D6E26D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4774" y="346012"/>
            <a:ext cx="4794375" cy="479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Easy A* (star) Pathfinding. Today we'll being going over the A*… | by  Nicholas Swift | Medium">
            <a:extLst>
              <a:ext uri="{FF2B5EF4-FFF2-40B4-BE49-F238E27FC236}">
                <a16:creationId xmlns:a16="http://schemas.microsoft.com/office/drawing/2014/main" id="{EC037432-F358-717F-9265-A261F4C1B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894" y="17394357"/>
            <a:ext cx="6866626" cy="4943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B74B3D-29EC-5A76-5FE2-5182FD244D33}"/>
              </a:ext>
            </a:extLst>
          </p:cNvPr>
          <p:cNvSpPr txBox="1"/>
          <p:nvPr/>
        </p:nvSpPr>
        <p:spPr>
          <a:xfrm>
            <a:off x="12192000" y="27667167"/>
            <a:ext cx="81940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/>
              <a:t>Adds “cost” of nodes to find shortest 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/>
              <a:t>Modified to restart algorithm upon obstacle detection to find new shortest 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/>
              <a:t>Expands map in large rooms</a:t>
            </a:r>
          </a:p>
        </p:txBody>
      </p:sp>
      <p:pic>
        <p:nvPicPr>
          <p:cNvPr id="1032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F9EE30-2E29-D38C-6452-5D2438377C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5" r="27063" b="43475"/>
          <a:stretch>
            <a:fillRect/>
          </a:stretch>
        </p:blipFill>
        <p:spPr bwMode="auto">
          <a:xfrm>
            <a:off x="11355444" y="23150882"/>
            <a:ext cx="4251519" cy="3537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1CB27F-3A6A-B711-C875-B6F45CF0E4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11" r="7011" b="14704"/>
          <a:stretch>
            <a:fillRect/>
          </a:stretch>
        </p:blipFill>
        <p:spPr bwMode="auto">
          <a:xfrm>
            <a:off x="15606963" y="23145082"/>
            <a:ext cx="6081057" cy="3537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65;p1">
            <a:extLst>
              <a:ext uri="{FF2B5EF4-FFF2-40B4-BE49-F238E27FC236}">
                <a16:creationId xmlns:a16="http://schemas.microsoft.com/office/drawing/2014/main" id="{C8266A11-5BA3-B5BD-8E12-50EB9E1468DB}"/>
              </a:ext>
            </a:extLst>
          </p:cNvPr>
          <p:cNvSpPr txBox="1"/>
          <p:nvPr/>
        </p:nvSpPr>
        <p:spPr>
          <a:xfrm>
            <a:off x="-1524891" y="19055906"/>
            <a:ext cx="9829801" cy="523220"/>
          </a:xfrm>
          <a:prstGeom prst="rect">
            <a:avLst/>
          </a:prstGeom>
          <a:solidFill>
            <a:schemeClr val="lt1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1. Team Subsystem Diagram</a:t>
            </a:r>
            <a:endParaRPr/>
          </a:p>
        </p:txBody>
      </p:sp>
      <p:sp>
        <p:nvSpPr>
          <p:cNvPr id="11" name="Google Shape;65;p1">
            <a:extLst>
              <a:ext uri="{FF2B5EF4-FFF2-40B4-BE49-F238E27FC236}">
                <a16:creationId xmlns:a16="http://schemas.microsoft.com/office/drawing/2014/main" id="{1321F281-48AA-B97A-3FC9-1097E0A4DBF0}"/>
              </a:ext>
            </a:extLst>
          </p:cNvPr>
          <p:cNvSpPr txBox="1"/>
          <p:nvPr/>
        </p:nvSpPr>
        <p:spPr>
          <a:xfrm>
            <a:off x="11624263" y="26775775"/>
            <a:ext cx="9829801" cy="523220"/>
          </a:xfrm>
          <a:prstGeom prst="rect">
            <a:avLst/>
          </a:prstGeom>
          <a:solidFill>
            <a:schemeClr val="lt1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Figures 3&amp;4. Navigation Diagram and Implementation</a:t>
            </a:r>
            <a:endParaRPr/>
          </a:p>
        </p:txBody>
      </p:sp>
      <p:sp>
        <p:nvSpPr>
          <p:cNvPr id="12" name="Google Shape;65;p1">
            <a:extLst>
              <a:ext uri="{FF2B5EF4-FFF2-40B4-BE49-F238E27FC236}">
                <a16:creationId xmlns:a16="http://schemas.microsoft.com/office/drawing/2014/main" id="{29E33266-7C24-D126-FBC4-F149372C976E}"/>
              </a:ext>
            </a:extLst>
          </p:cNvPr>
          <p:cNvSpPr txBox="1"/>
          <p:nvPr/>
        </p:nvSpPr>
        <p:spPr>
          <a:xfrm>
            <a:off x="33176421" y="19201774"/>
            <a:ext cx="9829801" cy="523220"/>
          </a:xfrm>
          <a:prstGeom prst="rect">
            <a:avLst/>
          </a:prstGeom>
          <a:solidFill>
            <a:schemeClr val="lt1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lang="en-US" sz="2800" i="1">
                <a:solidFill>
                  <a:schemeClr val="dk1"/>
                </a:solidFill>
              </a:rPr>
              <a:t>6</a:t>
            </a:r>
            <a:r>
              <a:rPr lang="en-US" sz="2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Integrated Robot System</a:t>
            </a:r>
            <a:endParaRPr/>
          </a:p>
        </p:txBody>
      </p:sp>
      <p:sp>
        <p:nvSpPr>
          <p:cNvPr id="16" name="Google Shape;65;p1">
            <a:extLst>
              <a:ext uri="{FF2B5EF4-FFF2-40B4-BE49-F238E27FC236}">
                <a16:creationId xmlns:a16="http://schemas.microsoft.com/office/drawing/2014/main" id="{D0D6BC6E-CC70-438C-9C2D-5E121BC73771}"/>
              </a:ext>
            </a:extLst>
          </p:cNvPr>
          <p:cNvSpPr txBox="1"/>
          <p:nvPr/>
        </p:nvSpPr>
        <p:spPr>
          <a:xfrm>
            <a:off x="32619722" y="28813956"/>
            <a:ext cx="9829801" cy="523220"/>
          </a:xfrm>
          <a:prstGeom prst="rect">
            <a:avLst/>
          </a:prstGeom>
          <a:solidFill>
            <a:schemeClr val="lt1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7. Full System Results</a:t>
            </a: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A4EACB-3C9E-0D74-5498-1B71EBC4F229}"/>
              </a:ext>
            </a:extLst>
          </p:cNvPr>
          <p:cNvSpPr txBox="1"/>
          <p:nvPr/>
        </p:nvSpPr>
        <p:spPr>
          <a:xfrm>
            <a:off x="33052609" y="29394431"/>
            <a:ext cx="1065212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 dirty="0">
                <a:solidFill>
                  <a:srgbClr val="5D0025"/>
                </a:solidFill>
                <a:latin typeface="Arial"/>
                <a:cs typeface="Arial"/>
                <a:sym typeface="Arial"/>
              </a:rPr>
              <a:t>Acknowledgements</a:t>
            </a:r>
            <a:br>
              <a:rPr lang="en-US" sz="4800" b="1" u="sng" dirty="0">
                <a:solidFill>
                  <a:srgbClr val="5D0025"/>
                </a:solidFill>
                <a:latin typeface="Arial"/>
                <a:cs typeface="Arial"/>
                <a:sym typeface="Arial"/>
              </a:rPr>
            </a:br>
            <a:r>
              <a:rPr lang="en-US" sz="32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A big thank you to Dr. Moreira,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Dr.Lusher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, and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Dr.Nowka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 for their expertise and guidance.</a:t>
            </a:r>
          </a:p>
          <a:p>
            <a:endParaRPr lang="en-US" dirty="0"/>
          </a:p>
        </p:txBody>
      </p:sp>
      <p:pic>
        <p:nvPicPr>
          <p:cNvPr id="5" name="Picture 4" descr="A black robot with wheels and wires&#10;&#10;AI-generated content may be incorrect.">
            <a:extLst>
              <a:ext uri="{FF2B5EF4-FFF2-40B4-BE49-F238E27FC236}">
                <a16:creationId xmlns:a16="http://schemas.microsoft.com/office/drawing/2014/main" id="{309D1500-344B-2CAE-0BEA-4778DDBFDE21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r="3990" b="4326"/>
          <a:stretch>
            <a:fillRect/>
          </a:stretch>
        </p:blipFill>
        <p:spPr>
          <a:xfrm>
            <a:off x="33702064" y="9172457"/>
            <a:ext cx="4132496" cy="3749922"/>
          </a:xfrm>
          <a:prstGeom prst="rect">
            <a:avLst/>
          </a:prstGeom>
        </p:spPr>
      </p:pic>
      <p:sp>
        <p:nvSpPr>
          <p:cNvPr id="22" name="Arrow: Bent 21">
            <a:extLst>
              <a:ext uri="{FF2B5EF4-FFF2-40B4-BE49-F238E27FC236}">
                <a16:creationId xmlns:a16="http://schemas.microsoft.com/office/drawing/2014/main" id="{66C02055-B36A-A53D-4FAA-F3B125BC34BD}"/>
              </a:ext>
            </a:extLst>
          </p:cNvPr>
          <p:cNvSpPr/>
          <p:nvPr/>
        </p:nvSpPr>
        <p:spPr>
          <a:xfrm>
            <a:off x="35400061" y="7507169"/>
            <a:ext cx="2334401" cy="1409925"/>
          </a:xfrm>
          <a:prstGeom prst="ben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Arrow: Bent 25">
            <a:extLst>
              <a:ext uri="{FF2B5EF4-FFF2-40B4-BE49-F238E27FC236}">
                <a16:creationId xmlns:a16="http://schemas.microsoft.com/office/drawing/2014/main" id="{0EE63BAA-8689-C336-43A5-8514DF26C086}"/>
              </a:ext>
            </a:extLst>
          </p:cNvPr>
          <p:cNvSpPr/>
          <p:nvPr/>
        </p:nvSpPr>
        <p:spPr>
          <a:xfrm rot="16200000">
            <a:off x="35230951" y="13219738"/>
            <a:ext cx="2334401" cy="2334400"/>
          </a:xfrm>
          <a:prstGeom prst="bentArrow">
            <a:avLst>
              <a:gd name="adj1" fmla="val 19846"/>
              <a:gd name="adj2" fmla="val 25000"/>
              <a:gd name="adj3" fmla="val 25000"/>
              <a:gd name="adj4" fmla="val 437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 Poster Template">
  <a:themeElements>
    <a:clrScheme name="Custom 2">
      <a:dk1>
        <a:srgbClr val="333333"/>
      </a:dk1>
      <a:lt1>
        <a:srgbClr val="FFFFFF"/>
      </a:lt1>
      <a:dk2>
        <a:srgbClr val="5D0025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E4CF1CF3D2E44C9EBC5F33876394C9" ma:contentTypeVersion="6" ma:contentTypeDescription="Create a new document." ma:contentTypeScope="" ma:versionID="364cda7f92561c703d38babf55202eba">
  <xsd:schema xmlns:xsd="http://www.w3.org/2001/XMLSchema" xmlns:xs="http://www.w3.org/2001/XMLSchema" xmlns:p="http://schemas.microsoft.com/office/2006/metadata/properties" xmlns:ns3="53d305c0-d556-4442-a692-6052d30ee605" targetNamespace="http://schemas.microsoft.com/office/2006/metadata/properties" ma:root="true" ma:fieldsID="0ef01e410b2c495b6c2bcb4c34fc26f8" ns3:_="">
    <xsd:import namespace="53d305c0-d556-4442-a692-6052d30ee60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d305c0-d556-4442-a692-6052d30ee6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63DA5C-8864-4C28-B8E2-BA2D2D605D30}">
  <ds:schemaRefs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53d305c0-d556-4442-a692-6052d30ee60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E56A891-6F8F-416F-8834-AB51A17696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CE58F1-644A-4D91-A99A-3F71E6FF71DA}">
  <ds:schemaRefs>
    <ds:schemaRef ds:uri="53d305c0-d556-4442-a692-6052d30ee60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491</Words>
  <Application>Microsoft Office PowerPoint</Application>
  <PresentationFormat>Custom</PresentationFormat>
  <Paragraphs>96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Research Poster Template</vt:lpstr>
      <vt:lpstr>Sound Localization Robot 5​ Samuel Lackey, Joshuah Teele, Lucas Kettler, Sanjana Pasumarthi​ Faculty Sponsor: Dr. Moreira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Lagoudas, Magdalini Z</dc:creator>
  <cp:lastModifiedBy>Lackey, Samuel</cp:lastModifiedBy>
  <cp:revision>1</cp:revision>
  <dcterms:created xsi:type="dcterms:W3CDTF">2026-04-08T21:05:06Z</dcterms:created>
  <dcterms:modified xsi:type="dcterms:W3CDTF">2026-04-20T17:38:26Z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0x01010090E4CF1CF3D2E44C9EBC5F33876394C9</vt:lpwstr>
  </property>
</Properties>
</file>